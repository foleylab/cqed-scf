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</p:sldMasterIdLst>
  <p:notesMasterIdLst>
    <p:notesMasterId r:id="rId14"/>
  </p:notesMasterIdLst>
  <p:sldIdLst>
    <p:sldId id="256" r:id="rId13"/>
  </p:sldIdLst>
  <p:sldSz cx="20104100" cy="15081250"/>
  <p:notesSz cx="20104100" cy="15081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16"/>
    <p:restoredTop sz="94694"/>
  </p:normalViewPr>
  <p:slideViewPr>
    <p:cSldViewPr snapToGrid="0">
      <p:cViewPr>
        <p:scale>
          <a:sx n="77" d="100"/>
          <a:sy n="77" d="100"/>
        </p:scale>
        <p:origin x="144" y="-1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10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103" name="PlaceHolder 4"/>
          <p:cNvSpPr>
            <a:spLocks noGrp="1"/>
          </p:cNvSpPr>
          <p:nvPr>
            <p:ph type="dt" idx="3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04" name="PlaceHolder 5"/>
          <p:cNvSpPr>
            <a:spLocks noGrp="1"/>
          </p:cNvSpPr>
          <p:nvPr>
            <p:ph type="ftr" idx="3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05" name="PlaceHolder 6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C47F9AD-29C9-4CC8-A0B8-EBEB8276C3EE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659563" y="1885950"/>
            <a:ext cx="6783387" cy="5087938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2009880" y="7257960"/>
            <a:ext cx="16082280" cy="593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Instaed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</a:t>
            </a:r>
          </a:p>
        </p:txBody>
      </p:sp>
      <p:sp>
        <p:nvSpPr>
          <p:cNvPr id="276" name="PlaceHolder 3"/>
          <p:cNvSpPr>
            <a:spLocks noGrp="1"/>
          </p:cNvSpPr>
          <p:nvPr>
            <p:ph type="sldNum" idx="40"/>
          </p:nvPr>
        </p:nvSpPr>
        <p:spPr>
          <a:xfrm>
            <a:off x="11387160" y="14325480"/>
            <a:ext cx="8710200" cy="753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396DC7A-6142-4B5C-810D-1CC7EC85C64C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005120" y="601560"/>
            <a:ext cx="18093240" cy="251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1005120" y="3528720"/>
            <a:ext cx="8829360" cy="41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10276200" y="3528720"/>
            <a:ext cx="8829360" cy="41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/>
          </p:nvPr>
        </p:nvSpPr>
        <p:spPr>
          <a:xfrm>
            <a:off x="1005120" y="8097480"/>
            <a:ext cx="18093240" cy="41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D0D4052-E9D9-44CE-95FF-E8D5449472CE}" type="slidenum">
              <a:t>‹#›</a:t>
            </a:fld>
            <a:endParaRPr/>
          </a:p>
        </p:txBody>
      </p:sp>
      <p:sp>
        <p:nvSpPr>
          <p:cNvPr id="3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005120" y="601560"/>
            <a:ext cx="18093240" cy="251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1005120" y="3528720"/>
            <a:ext cx="18093240" cy="41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1005120" y="8097480"/>
            <a:ext cx="18093240" cy="41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94A403E-DE30-48DB-BB00-A0D4D66A167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005120" y="601560"/>
            <a:ext cx="18093240" cy="251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1005120" y="3528720"/>
            <a:ext cx="8829360" cy="41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10276200" y="3528720"/>
            <a:ext cx="8829360" cy="41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1005120" y="8097480"/>
            <a:ext cx="8829360" cy="41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10276200" y="8097480"/>
            <a:ext cx="8829360" cy="41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52B66406-E779-4F83-A0D2-19DCBCC1153E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BBA455B2-BA43-4676-B1C2-FF904F70B58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B2DDE292-EF26-404D-986A-5597802DB3B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005120" y="601560"/>
            <a:ext cx="18093240" cy="251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1005120" y="3528720"/>
            <a:ext cx="18093240" cy="874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2A304EE1-3D6F-4EAD-9739-2B8002B3ACA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005120" y="601560"/>
            <a:ext cx="18093240" cy="251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1005120" y="3528720"/>
            <a:ext cx="18093240" cy="874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D889340B-5501-4B8A-BF8A-E22BCD282F6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005120" y="601560"/>
            <a:ext cx="18093240" cy="251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005120" y="3528720"/>
            <a:ext cx="8829360" cy="874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10276200" y="3528720"/>
            <a:ext cx="8829360" cy="874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282F4A20-C235-41B2-B6CE-435943EA40B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005120" y="601560"/>
            <a:ext cx="18093240" cy="251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4FF70D64-1F81-4F41-B9FF-D0012849188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D7F3509B-707A-4785-B089-2827BFEB72B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005120" y="601560"/>
            <a:ext cx="18093240" cy="251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1005120" y="3528720"/>
            <a:ext cx="8829360" cy="41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10276200" y="3528720"/>
            <a:ext cx="8829360" cy="874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/>
          </p:nvPr>
        </p:nvSpPr>
        <p:spPr>
          <a:xfrm>
            <a:off x="1005120" y="8097480"/>
            <a:ext cx="8829360" cy="41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91BFAA3E-DDE7-4B33-A960-81EC145B012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005120" y="601560"/>
            <a:ext cx="18093240" cy="251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1005120" y="3528720"/>
            <a:ext cx="8829360" cy="874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10276200" y="3528720"/>
            <a:ext cx="8829360" cy="41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10276200" y="8097480"/>
            <a:ext cx="8829360" cy="41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3D5A9AE3-FC35-435B-852F-77EDF07FF48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005120" y="601560"/>
            <a:ext cx="18092880" cy="251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1005120" y="3528720"/>
            <a:ext cx="8829000" cy="417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10276200" y="3528720"/>
            <a:ext cx="8829000" cy="417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1005120" y="8097480"/>
            <a:ext cx="18092880" cy="417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ftr" idx="1"/>
          </p:nvPr>
        </p:nvSpPr>
        <p:spPr>
          <a:xfrm>
            <a:off x="6835320" y="14025600"/>
            <a:ext cx="643104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" name="PlaceHolder 6"/>
          <p:cNvSpPr>
            <a:spLocks noGrp="1"/>
          </p:cNvSpPr>
          <p:nvPr>
            <p:ph type="sldNum" idx="2"/>
          </p:nvPr>
        </p:nvSpPr>
        <p:spPr>
          <a:xfrm>
            <a:off x="1447488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strike="noStrike" spc="-1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3A30CC3-DC61-41CF-9532-4C6CB61D0291}" type="slidenum">
              <a:rPr lang="en-US" sz="1400" b="0" strike="noStrike" spc="-1">
                <a:solidFill>
                  <a:srgbClr val="B2B2B2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dt" idx="3"/>
          </p:nvPr>
        </p:nvSpPr>
        <p:spPr>
          <a:xfrm>
            <a:off x="100512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05120" y="601560"/>
            <a:ext cx="18092880" cy="251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005120" y="3528720"/>
            <a:ext cx="18092880" cy="417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005120" y="8097480"/>
            <a:ext cx="18092880" cy="417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4" name="PlaceHolder 4"/>
          <p:cNvSpPr>
            <a:spLocks noGrp="1"/>
          </p:cNvSpPr>
          <p:nvPr>
            <p:ph type="ftr" idx="4"/>
          </p:nvPr>
        </p:nvSpPr>
        <p:spPr>
          <a:xfrm>
            <a:off x="6835320" y="14025600"/>
            <a:ext cx="643104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5"/>
          </p:nvPr>
        </p:nvSpPr>
        <p:spPr>
          <a:xfrm>
            <a:off x="1447488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strike="noStrike" spc="-1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4B412DC-C7E6-4705-9BD5-5346AF8241F7}" type="slidenum">
              <a:rPr lang="en-US" sz="1400" b="0" strike="noStrike" spc="-1">
                <a:solidFill>
                  <a:srgbClr val="B2B2B2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dt" idx="6"/>
          </p:nvPr>
        </p:nvSpPr>
        <p:spPr>
          <a:xfrm>
            <a:off x="100512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005120" y="601560"/>
            <a:ext cx="18092880" cy="251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1005120" y="3528720"/>
            <a:ext cx="8829000" cy="417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10276200" y="3528720"/>
            <a:ext cx="8829000" cy="417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1005120" y="8097480"/>
            <a:ext cx="8829000" cy="417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10276200" y="8097480"/>
            <a:ext cx="8829000" cy="417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5" name="PlaceHolder 6"/>
          <p:cNvSpPr>
            <a:spLocks noGrp="1"/>
          </p:cNvSpPr>
          <p:nvPr>
            <p:ph type="ftr" idx="7"/>
          </p:nvPr>
        </p:nvSpPr>
        <p:spPr>
          <a:xfrm>
            <a:off x="6835320" y="14025600"/>
            <a:ext cx="643104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6" name="PlaceHolder 7"/>
          <p:cNvSpPr>
            <a:spLocks noGrp="1"/>
          </p:cNvSpPr>
          <p:nvPr>
            <p:ph type="sldNum" idx="8"/>
          </p:nvPr>
        </p:nvSpPr>
        <p:spPr>
          <a:xfrm>
            <a:off x="1447488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strike="noStrike" spc="-1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CB38464-D037-42DA-BB19-D45528079AAA}" type="slidenum">
              <a:rPr lang="en-US" sz="1400" b="0" strike="noStrike" spc="-1">
                <a:solidFill>
                  <a:srgbClr val="B2B2B2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8"/>
          <p:cNvSpPr>
            <a:spLocks noGrp="1"/>
          </p:cNvSpPr>
          <p:nvPr>
            <p:ph type="dt" idx="9"/>
          </p:nvPr>
        </p:nvSpPr>
        <p:spPr>
          <a:xfrm>
            <a:off x="100512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005120" y="601560"/>
            <a:ext cx="18092880" cy="251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005120" y="3528720"/>
            <a:ext cx="5825520" cy="417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7122600" y="3528720"/>
            <a:ext cx="5825520" cy="417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13240080" y="3528720"/>
            <a:ext cx="5825520" cy="417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1005120" y="8097480"/>
            <a:ext cx="5825520" cy="417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7122600" y="8097480"/>
            <a:ext cx="5825520" cy="417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13240080" y="8097480"/>
            <a:ext cx="5825520" cy="417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0" name="PlaceHolder 8"/>
          <p:cNvSpPr>
            <a:spLocks noGrp="1"/>
          </p:cNvSpPr>
          <p:nvPr>
            <p:ph type="ftr" idx="10"/>
          </p:nvPr>
        </p:nvSpPr>
        <p:spPr>
          <a:xfrm>
            <a:off x="6835320" y="14025600"/>
            <a:ext cx="643104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1" name="PlaceHolder 9"/>
          <p:cNvSpPr>
            <a:spLocks noGrp="1"/>
          </p:cNvSpPr>
          <p:nvPr>
            <p:ph type="sldNum" idx="11"/>
          </p:nvPr>
        </p:nvSpPr>
        <p:spPr>
          <a:xfrm>
            <a:off x="1447488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strike="noStrike" spc="-1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076B3F8-EBF4-474F-96DD-F5586E0C24B7}" type="slidenum">
              <a:rPr lang="en-US" sz="1400" b="0" strike="noStrike" spc="-1">
                <a:solidFill>
                  <a:srgbClr val="B2B2B2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10"/>
          <p:cNvSpPr>
            <a:spLocks noGrp="1"/>
          </p:cNvSpPr>
          <p:nvPr>
            <p:ph type="dt" idx="12"/>
          </p:nvPr>
        </p:nvSpPr>
        <p:spPr>
          <a:xfrm>
            <a:off x="100512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13"/>
          </p:nvPr>
        </p:nvSpPr>
        <p:spPr>
          <a:xfrm>
            <a:off x="6835320" y="14025600"/>
            <a:ext cx="643104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sldNum" idx="14"/>
          </p:nvPr>
        </p:nvSpPr>
        <p:spPr>
          <a:xfrm>
            <a:off x="1447488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strike="noStrike" spc="-1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DB2F59E-27E3-47EC-99E8-20FA9554A909}" type="slidenum">
              <a:rPr lang="en-US" sz="1400" b="0" strike="noStrike" spc="-1">
                <a:solidFill>
                  <a:srgbClr val="B2B2B2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15"/>
          </p:nvPr>
        </p:nvSpPr>
        <p:spPr>
          <a:xfrm>
            <a:off x="100512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1005120" y="601560"/>
            <a:ext cx="18093240" cy="251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1005120" y="3528720"/>
            <a:ext cx="18093240" cy="874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005120" y="601560"/>
            <a:ext cx="18092880" cy="251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9" name="PlaceHolder 2"/>
          <p:cNvSpPr>
            <a:spLocks noGrp="1"/>
          </p:cNvSpPr>
          <p:nvPr>
            <p:ph type="ftr" idx="16"/>
          </p:nvPr>
        </p:nvSpPr>
        <p:spPr>
          <a:xfrm>
            <a:off x="6835320" y="14025600"/>
            <a:ext cx="643104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0" name="PlaceHolder 3"/>
          <p:cNvSpPr>
            <a:spLocks noGrp="1"/>
          </p:cNvSpPr>
          <p:nvPr>
            <p:ph type="sldNum" idx="17"/>
          </p:nvPr>
        </p:nvSpPr>
        <p:spPr>
          <a:xfrm>
            <a:off x="1447488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strike="noStrike" spc="-1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F33065E-E097-49BB-A723-C0AA6DC1845F}" type="slidenum">
              <a:rPr lang="en-US" sz="1400" b="0" strike="noStrike" spc="-1">
                <a:solidFill>
                  <a:srgbClr val="B2B2B2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18"/>
          </p:nvPr>
        </p:nvSpPr>
        <p:spPr>
          <a:xfrm>
            <a:off x="100512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005120" y="601560"/>
            <a:ext cx="18092880" cy="251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005120" y="3528720"/>
            <a:ext cx="18092880" cy="874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ftr" idx="19"/>
          </p:nvPr>
        </p:nvSpPr>
        <p:spPr>
          <a:xfrm>
            <a:off x="6835320" y="14025600"/>
            <a:ext cx="643104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7" name="PlaceHolder 4"/>
          <p:cNvSpPr>
            <a:spLocks noGrp="1"/>
          </p:cNvSpPr>
          <p:nvPr>
            <p:ph type="sldNum" idx="20"/>
          </p:nvPr>
        </p:nvSpPr>
        <p:spPr>
          <a:xfrm>
            <a:off x="1447488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strike="noStrike" spc="-1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28DA233-2899-489F-A0AD-1F26C84DD6B2}" type="slidenum">
              <a:rPr lang="en-US" sz="1400" b="0" strike="noStrike" spc="-1">
                <a:solidFill>
                  <a:srgbClr val="B2B2B2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dt" idx="21"/>
          </p:nvPr>
        </p:nvSpPr>
        <p:spPr>
          <a:xfrm>
            <a:off x="100512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005120" y="601560"/>
            <a:ext cx="18092880" cy="251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005120" y="3528720"/>
            <a:ext cx="8829000" cy="874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0276200" y="3528720"/>
            <a:ext cx="8829000" cy="874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ftr" idx="22"/>
          </p:nvPr>
        </p:nvSpPr>
        <p:spPr>
          <a:xfrm>
            <a:off x="6835320" y="14025600"/>
            <a:ext cx="643104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sldNum" idx="23"/>
          </p:nvPr>
        </p:nvSpPr>
        <p:spPr>
          <a:xfrm>
            <a:off x="1447488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strike="noStrike" spc="-1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2CDBAC2-1DE0-4BDF-B5DC-FC9D6A1E6346}" type="slidenum">
              <a:rPr lang="en-US" sz="1400" b="0" strike="noStrike" spc="-1">
                <a:solidFill>
                  <a:srgbClr val="B2B2B2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dt" idx="24"/>
          </p:nvPr>
        </p:nvSpPr>
        <p:spPr>
          <a:xfrm>
            <a:off x="100512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005120" y="601560"/>
            <a:ext cx="18092880" cy="251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1" name="PlaceHolder 2"/>
          <p:cNvSpPr>
            <a:spLocks noGrp="1"/>
          </p:cNvSpPr>
          <p:nvPr>
            <p:ph type="ftr" idx="25"/>
          </p:nvPr>
        </p:nvSpPr>
        <p:spPr>
          <a:xfrm>
            <a:off x="6835320" y="14025600"/>
            <a:ext cx="643104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2" name="PlaceHolder 3"/>
          <p:cNvSpPr>
            <a:spLocks noGrp="1"/>
          </p:cNvSpPr>
          <p:nvPr>
            <p:ph type="sldNum" idx="26"/>
          </p:nvPr>
        </p:nvSpPr>
        <p:spPr>
          <a:xfrm>
            <a:off x="1447488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strike="noStrike" spc="-1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DA5AE4E-F9A9-42BA-B0F1-B8BADA131728}" type="slidenum">
              <a:rPr lang="en-US" sz="1400" b="0" strike="noStrike" spc="-1">
                <a:solidFill>
                  <a:srgbClr val="B2B2B2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27"/>
          </p:nvPr>
        </p:nvSpPr>
        <p:spPr>
          <a:xfrm>
            <a:off x="100512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ftr" idx="28"/>
          </p:nvPr>
        </p:nvSpPr>
        <p:spPr>
          <a:xfrm>
            <a:off x="6835320" y="14025600"/>
            <a:ext cx="643104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6" name="PlaceHolder 2"/>
          <p:cNvSpPr>
            <a:spLocks noGrp="1"/>
          </p:cNvSpPr>
          <p:nvPr>
            <p:ph type="sldNum" idx="29"/>
          </p:nvPr>
        </p:nvSpPr>
        <p:spPr>
          <a:xfrm>
            <a:off x="1447488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strike="noStrike" spc="-1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EFFD7CA-97CC-41CB-8B58-924AB4937C1D}" type="slidenum">
              <a:rPr lang="en-US" sz="1400" b="0" strike="noStrike" spc="-1">
                <a:solidFill>
                  <a:srgbClr val="B2B2B2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dt" idx="30"/>
          </p:nvPr>
        </p:nvSpPr>
        <p:spPr>
          <a:xfrm>
            <a:off x="100512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005120" y="601560"/>
            <a:ext cx="18092880" cy="251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1005120" y="3528720"/>
            <a:ext cx="8829000" cy="417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10276200" y="3528720"/>
            <a:ext cx="8829000" cy="874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1005120" y="8097480"/>
            <a:ext cx="8829000" cy="417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2" name="PlaceHolder 5"/>
          <p:cNvSpPr>
            <a:spLocks noGrp="1"/>
          </p:cNvSpPr>
          <p:nvPr>
            <p:ph type="ftr" idx="31"/>
          </p:nvPr>
        </p:nvSpPr>
        <p:spPr>
          <a:xfrm>
            <a:off x="6835320" y="14025600"/>
            <a:ext cx="643104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83" name="PlaceHolder 6"/>
          <p:cNvSpPr>
            <a:spLocks noGrp="1"/>
          </p:cNvSpPr>
          <p:nvPr>
            <p:ph type="sldNum" idx="32"/>
          </p:nvPr>
        </p:nvSpPr>
        <p:spPr>
          <a:xfrm>
            <a:off x="1447488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strike="noStrike" spc="-1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3426B26-432C-4E54-B912-6F38429DB92E}" type="slidenum">
              <a:rPr lang="en-US" sz="1400" b="0" strike="noStrike" spc="-1">
                <a:solidFill>
                  <a:srgbClr val="B2B2B2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dt" idx="33"/>
          </p:nvPr>
        </p:nvSpPr>
        <p:spPr>
          <a:xfrm>
            <a:off x="100512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005120" y="601560"/>
            <a:ext cx="18092880" cy="251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1005120" y="3528720"/>
            <a:ext cx="8829000" cy="874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10276200" y="3528720"/>
            <a:ext cx="8829000" cy="417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10276200" y="8097480"/>
            <a:ext cx="8829000" cy="417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3" name="PlaceHolder 5"/>
          <p:cNvSpPr>
            <a:spLocks noGrp="1"/>
          </p:cNvSpPr>
          <p:nvPr>
            <p:ph type="ftr" idx="34"/>
          </p:nvPr>
        </p:nvSpPr>
        <p:spPr>
          <a:xfrm>
            <a:off x="6835320" y="14025600"/>
            <a:ext cx="643104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94" name="PlaceHolder 6"/>
          <p:cNvSpPr>
            <a:spLocks noGrp="1"/>
          </p:cNvSpPr>
          <p:nvPr>
            <p:ph type="sldNum" idx="35"/>
          </p:nvPr>
        </p:nvSpPr>
        <p:spPr>
          <a:xfrm>
            <a:off x="1447488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strike="noStrike" spc="-1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94A68E-2F77-44F9-BCB0-12187F812B49}" type="slidenum">
              <a:rPr lang="en-US" sz="1400" b="0" strike="noStrike" spc="-1">
                <a:solidFill>
                  <a:srgbClr val="B2B2B2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7"/>
          <p:cNvSpPr>
            <a:spLocks noGrp="1"/>
          </p:cNvSpPr>
          <p:nvPr>
            <p:ph type="dt" idx="36"/>
          </p:nvPr>
        </p:nvSpPr>
        <p:spPr>
          <a:xfrm>
            <a:off x="1005120" y="14025600"/>
            <a:ext cx="4621680" cy="7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object 2"/>
          <p:cNvSpPr/>
          <p:nvPr/>
        </p:nvSpPr>
        <p:spPr>
          <a:xfrm>
            <a:off x="185660" y="215787"/>
            <a:ext cx="19809720" cy="14797440"/>
          </a:xfrm>
          <a:custGeom>
            <a:avLst/>
            <a:gdLst>
              <a:gd name="textAreaLeft" fmla="*/ 0 w 19809720"/>
              <a:gd name="textAreaRight" fmla="*/ 19810080 w 19809720"/>
              <a:gd name="textAreaTop" fmla="*/ 0 h 14797440"/>
              <a:gd name="textAreaBottom" fmla="*/ 14797800 h 14797440"/>
            </a:gdLst>
            <a:ahLst/>
            <a:cxnLst/>
            <a:rect l="textAreaLeft" t="textAreaTop" r="textAreaRight" b="textAreaBottom"/>
            <a:pathLst>
              <a:path w="19266535" h="14240510">
                <a:moveTo>
                  <a:pt x="0" y="14240404"/>
                </a:moveTo>
                <a:lnTo>
                  <a:pt x="19266429" y="14240404"/>
                </a:lnTo>
                <a:lnTo>
                  <a:pt x="19266429" y="0"/>
                </a:lnTo>
                <a:lnTo>
                  <a:pt x="0" y="0"/>
                </a:lnTo>
                <a:lnTo>
                  <a:pt x="0" y="14240404"/>
                </a:lnTo>
                <a:close/>
              </a:path>
              <a:path w="19266535" h="14240510">
                <a:moveTo>
                  <a:pt x="0" y="1209736"/>
                </a:moveTo>
                <a:lnTo>
                  <a:pt x="19266429" y="1209736"/>
                </a:lnTo>
                <a:lnTo>
                  <a:pt x="19266429" y="0"/>
                </a:lnTo>
                <a:lnTo>
                  <a:pt x="0" y="0"/>
                </a:lnTo>
                <a:lnTo>
                  <a:pt x="0" y="1209736"/>
                </a:lnTo>
                <a:close/>
              </a:path>
            </a:pathLst>
          </a:custGeom>
          <a:noFill/>
          <a:ln w="5584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object 3"/>
          <p:cNvSpPr/>
          <p:nvPr/>
        </p:nvSpPr>
        <p:spPr>
          <a:xfrm>
            <a:off x="345600" y="413246"/>
            <a:ext cx="19082880" cy="9155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5120" rIns="0" bIns="0" anchor="t">
            <a:spAutoFit/>
          </a:bodyPr>
          <a:lstStyle/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2500" b="0" strike="noStrike" spc="-1" dirty="0">
                <a:solidFill>
                  <a:srgbClr val="005035"/>
                </a:solidFill>
                <a:latin typeface="Times New Roman"/>
                <a:ea typeface="DejaVu Sans"/>
              </a:rPr>
              <a:t>Analytical Gradient for State-Averaged Quantum Electrodynamics Complete Active Space Self-Consistent Field (SA-QED-CASSCF) Method</a:t>
            </a:r>
            <a:endParaRPr lang="en-US" sz="25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A49665"/>
                </a:solidFill>
                <a:latin typeface="Times New Roman"/>
                <a:ea typeface="DejaVu Sans"/>
              </a:rPr>
              <a:t> Nam Vu, Jay Foley,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90000"/>
              </a:lnSpc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A49665"/>
                </a:solidFill>
                <a:latin typeface="Times New Roman"/>
                <a:ea typeface="DejaVu Sans"/>
              </a:rPr>
              <a:t>Department of Chemistry and Nanoscale Science, UNC Charlotte 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object 76"/>
          <p:cNvSpPr/>
          <p:nvPr/>
        </p:nvSpPr>
        <p:spPr>
          <a:xfrm>
            <a:off x="332869" y="1633207"/>
            <a:ext cx="7698600" cy="5758207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600" rIns="0" bIns="0" anchor="t">
            <a:spAutoFit/>
          </a:bodyPr>
          <a:lstStyle/>
          <a:p>
            <a:pPr marL="12600" algn="just">
              <a:spcBef>
                <a:spcPts val="96"/>
              </a:spcBef>
            </a:pPr>
            <a:r>
              <a:rPr lang="en-US" sz="2400" spc="-1" dirty="0">
                <a:solidFill>
                  <a:srgbClr val="005035"/>
                </a:solidFill>
                <a:latin typeface="Times New Roman"/>
              </a:rPr>
              <a:t>			</a:t>
            </a:r>
            <a:r>
              <a:rPr lang="en-US" sz="2400" u="sng" spc="-1" dirty="0">
                <a:solidFill>
                  <a:srgbClr val="005035"/>
                </a:solidFill>
                <a:latin typeface="Times New Roman"/>
              </a:rPr>
              <a:t>Introduction</a:t>
            </a:r>
          </a:p>
          <a:p>
            <a:pPr marL="383400" algn="just">
              <a:lnSpc>
                <a:spcPts val="1945"/>
              </a:lnSpc>
              <a:spcBef>
                <a:spcPts val="99"/>
              </a:spcBef>
            </a:pPr>
            <a:endParaRPr lang="en-US" sz="1600" b="0" strike="noStrike" spc="-1" dirty="0">
              <a:latin typeface="Arial"/>
            </a:endParaRPr>
          </a:p>
          <a:p>
            <a:pPr marL="453150" indent="-285750" algn="just">
              <a:lnSpc>
                <a:spcPts val="1981"/>
              </a:lnSpc>
              <a:spcBef>
                <a:spcPts val="26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3160" algn="l"/>
              </a:tabLst>
            </a:pPr>
            <a:r>
              <a:rPr lang="en" sz="1600" spc="-1" dirty="0">
                <a:latin typeface="Calibri"/>
              </a:rPr>
              <a:t>Light-Matter Coupling: Optical cavities create hybrid polaritonic states, introducing an anisotropic environment based on molecular orientation (</a:t>
            </a:r>
            <a:r>
              <a:rPr lang="en" sz="1600" spc="-1" dirty="0" err="1">
                <a:latin typeface="Calibri"/>
              </a:rPr>
              <a:t>θ</a:t>
            </a:r>
            <a:r>
              <a:rPr lang="en" sz="1600" spc="-1" dirty="0">
                <a:latin typeface="Calibri"/>
              </a:rPr>
              <a:t>).</a:t>
            </a:r>
            <a:endParaRPr lang="en-US" sz="1600" spc="-1" dirty="0">
              <a:latin typeface="Calibri"/>
            </a:endParaRPr>
          </a:p>
          <a:p>
            <a:pPr marL="453150" indent="-285750" algn="just">
              <a:lnSpc>
                <a:spcPts val="1981"/>
              </a:lnSpc>
              <a:spcBef>
                <a:spcPts val="26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3160" algn="l"/>
              </a:tabLst>
            </a:pPr>
            <a:endParaRPr lang="en-US" sz="1600" spc="-1" dirty="0">
              <a:latin typeface="Calibri"/>
            </a:endParaRPr>
          </a:p>
          <a:p>
            <a:pPr marL="453150" indent="-285750" algn="just">
              <a:lnSpc>
                <a:spcPts val="1981"/>
              </a:lnSpc>
              <a:spcBef>
                <a:spcPts val="26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3160" algn="l"/>
              </a:tabLst>
            </a:pPr>
            <a:r>
              <a:rPr lang="en" sz="1600" spc="-1" dirty="0">
                <a:latin typeface="Calibri"/>
              </a:rPr>
              <a:t>Isolated diatomic molecules have only one internal coordinate (R). The cavity adds </a:t>
            </a:r>
            <a:r>
              <a:rPr lang="en" sz="1600" spc="-1" dirty="0" err="1">
                <a:latin typeface="Calibri"/>
              </a:rPr>
              <a:t>θ</a:t>
            </a:r>
            <a:r>
              <a:rPr lang="en" sz="1600" spc="-1" dirty="0">
                <a:latin typeface="Calibri"/>
              </a:rPr>
              <a:t>, providing the 2D branching space necessary for a Conical Intersection (CI).</a:t>
            </a:r>
            <a:endParaRPr lang="en-US" sz="1600" spc="-1" dirty="0">
              <a:latin typeface="Calibri"/>
            </a:endParaRPr>
          </a:p>
          <a:p>
            <a:pPr marL="453150" indent="-285750" algn="just">
              <a:lnSpc>
                <a:spcPts val="1981"/>
              </a:lnSpc>
              <a:spcBef>
                <a:spcPts val="26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3160" algn="l"/>
              </a:tabLst>
            </a:pPr>
            <a:endParaRPr lang="en-US" sz="1600" spc="-1" dirty="0">
              <a:latin typeface="Calibri"/>
            </a:endParaRPr>
          </a:p>
          <a:p>
            <a:pPr marL="453150" indent="-285750" algn="just">
              <a:lnSpc>
                <a:spcPts val="1981"/>
              </a:lnSpc>
              <a:spcBef>
                <a:spcPts val="26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3160" algn="l"/>
              </a:tabLst>
            </a:pPr>
            <a:r>
              <a:rPr lang="en" sz="1600" spc="-1" dirty="0">
                <a:latin typeface="Calibri"/>
              </a:rPr>
              <a:t>We implement exact analytical forces (gradients and derivative couplings) in SA-QED-CASSCF to systematically locate these Polariton-Induced CIs (PICIs).</a:t>
            </a:r>
          </a:p>
          <a:p>
            <a:pPr marL="453150" indent="-285750" algn="just">
              <a:lnSpc>
                <a:spcPts val="1981"/>
              </a:lnSpc>
              <a:spcBef>
                <a:spcPts val="26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3160" algn="l"/>
              </a:tabLst>
            </a:pPr>
            <a:endParaRPr lang="en" sz="1600" spc="-1" dirty="0">
              <a:latin typeface="Calibri"/>
            </a:endParaRPr>
          </a:p>
          <a:p>
            <a:pPr marL="453150" indent="-285750" algn="just">
              <a:lnSpc>
                <a:spcPts val="1981"/>
              </a:lnSpc>
              <a:spcBef>
                <a:spcPts val="26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3160" algn="l"/>
              </a:tabLst>
            </a:pPr>
            <a:endParaRPr lang="en" sz="1600" spc="-1" dirty="0">
              <a:latin typeface="Calibri"/>
            </a:endParaRPr>
          </a:p>
          <a:p>
            <a:pPr marL="453150" indent="-285750" algn="just">
              <a:lnSpc>
                <a:spcPts val="1981"/>
              </a:lnSpc>
              <a:spcBef>
                <a:spcPts val="26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3160" algn="l"/>
              </a:tabLst>
            </a:pPr>
            <a:endParaRPr lang="en" sz="1600" spc="-1" dirty="0">
              <a:latin typeface="Calibri"/>
            </a:endParaRPr>
          </a:p>
          <a:p>
            <a:pPr marL="453150" indent="-285750" algn="just">
              <a:lnSpc>
                <a:spcPts val="1981"/>
              </a:lnSpc>
              <a:spcBef>
                <a:spcPts val="26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3160" algn="l"/>
              </a:tabLst>
            </a:pPr>
            <a:endParaRPr lang="en" sz="1600" spc="-1" dirty="0">
              <a:latin typeface="Calibri"/>
            </a:endParaRPr>
          </a:p>
          <a:p>
            <a:pPr marL="453150" indent="-285750" algn="just">
              <a:lnSpc>
                <a:spcPts val="1981"/>
              </a:lnSpc>
              <a:spcBef>
                <a:spcPts val="26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3160" algn="l"/>
              </a:tabLst>
            </a:pPr>
            <a:endParaRPr lang="en" sz="1600" spc="-1" dirty="0">
              <a:latin typeface="Calibri"/>
            </a:endParaRPr>
          </a:p>
          <a:p>
            <a:pPr marL="453150" indent="-285750" algn="just">
              <a:lnSpc>
                <a:spcPts val="1981"/>
              </a:lnSpc>
              <a:spcBef>
                <a:spcPts val="26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3160" algn="l"/>
              </a:tabLst>
            </a:pPr>
            <a:endParaRPr lang="en" sz="1600" spc="-1" dirty="0">
              <a:latin typeface="Calibri"/>
            </a:endParaRPr>
          </a:p>
          <a:p>
            <a:pPr marL="453150" indent="-285750" algn="just">
              <a:lnSpc>
                <a:spcPts val="1981"/>
              </a:lnSpc>
              <a:spcBef>
                <a:spcPts val="26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3160" algn="l"/>
              </a:tabLst>
            </a:pPr>
            <a:endParaRPr lang="en" sz="1600" spc="-1" dirty="0">
              <a:latin typeface="Calibri"/>
            </a:endParaRPr>
          </a:p>
          <a:p>
            <a:pPr marL="453150" indent="-285750" algn="just">
              <a:lnSpc>
                <a:spcPts val="1981"/>
              </a:lnSpc>
              <a:spcBef>
                <a:spcPts val="26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3160" algn="l"/>
              </a:tabLst>
            </a:pPr>
            <a:endParaRPr lang="en" sz="1600" spc="-1" dirty="0">
              <a:latin typeface="Calibri"/>
            </a:endParaRPr>
          </a:p>
          <a:p>
            <a:pPr marL="453150" indent="-285750" algn="just">
              <a:lnSpc>
                <a:spcPts val="1981"/>
              </a:lnSpc>
              <a:spcBef>
                <a:spcPts val="26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3160" algn="l"/>
              </a:tabLst>
            </a:pPr>
            <a:endParaRPr lang="en" sz="1600" spc="-1" dirty="0">
              <a:latin typeface="Calibri"/>
            </a:endParaRPr>
          </a:p>
          <a:p>
            <a:pPr marL="453150" indent="-285750" algn="just">
              <a:lnSpc>
                <a:spcPts val="1981"/>
              </a:lnSpc>
              <a:spcBef>
                <a:spcPts val="26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3160" algn="l"/>
              </a:tabLst>
            </a:pPr>
            <a:endParaRPr lang="en" sz="1600" spc="-1" dirty="0">
              <a:latin typeface="Calibri"/>
            </a:endParaRPr>
          </a:p>
          <a:p>
            <a:pPr marL="453150" indent="-285750" algn="just">
              <a:lnSpc>
                <a:spcPts val="1981"/>
              </a:lnSpc>
              <a:spcBef>
                <a:spcPts val="26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3160" algn="l"/>
              </a:tabLst>
            </a:pPr>
            <a:endParaRPr lang="en" sz="1600" spc="-1" dirty="0">
              <a:latin typeface="Calibri"/>
            </a:endParaRPr>
          </a:p>
          <a:p>
            <a:pPr marL="453150" indent="-285750" algn="just">
              <a:lnSpc>
                <a:spcPts val="1981"/>
              </a:lnSpc>
              <a:spcBef>
                <a:spcPts val="26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53160" algn="l"/>
              </a:tabLst>
            </a:pPr>
            <a:endParaRPr lang="en-US" sz="1600" spc="-1" dirty="0">
              <a:latin typeface="Calibri"/>
            </a:endParaRPr>
          </a:p>
        </p:txBody>
      </p:sp>
      <p:sp>
        <p:nvSpPr>
          <p:cNvPr id="109" name="object 111"/>
          <p:cNvSpPr/>
          <p:nvPr/>
        </p:nvSpPr>
        <p:spPr>
          <a:xfrm>
            <a:off x="3149280" y="8040190"/>
            <a:ext cx="1635840" cy="37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2400" b="0" u="sng" strike="noStrike" spc="-1" dirty="0">
                <a:solidFill>
                  <a:srgbClr val="005035"/>
                </a:solidFill>
                <a:uFillTx/>
                <a:latin typeface="Times New Roman"/>
                <a:ea typeface="DejaVu Sans"/>
              </a:rPr>
              <a:t>Theories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object 218"/>
          <p:cNvSpPr/>
          <p:nvPr/>
        </p:nvSpPr>
        <p:spPr>
          <a:xfrm>
            <a:off x="17217720" y="3862080"/>
            <a:ext cx="62640" cy="10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0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lang="en-US" sz="600" b="1" strike="noStrike" spc="-52">
                <a:solidFill>
                  <a:srgbClr val="006FC0"/>
                </a:solidFill>
                <a:latin typeface="Palatino Linotype"/>
                <a:ea typeface="DejaVu Sans"/>
              </a:rPr>
              <a:t>4</a:t>
            </a:r>
            <a:endParaRPr lang="en-US" sz="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object 254"/>
          <p:cNvSpPr/>
          <p:nvPr/>
        </p:nvSpPr>
        <p:spPr>
          <a:xfrm>
            <a:off x="2057400" y="1547280"/>
            <a:ext cx="2183760" cy="25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383400" algn="ctr">
              <a:lnSpc>
                <a:spcPts val="1945"/>
              </a:lnSpc>
              <a:spcBef>
                <a:spcPts val="99"/>
              </a:spcBef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object 255"/>
          <p:cNvSpPr/>
          <p:nvPr/>
        </p:nvSpPr>
        <p:spPr>
          <a:xfrm>
            <a:off x="15705758" y="1633207"/>
            <a:ext cx="4065473" cy="3651817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240" rIns="0" bIns="0" anchor="t">
            <a:spAutoFit/>
          </a:bodyPr>
          <a:lstStyle/>
          <a:p>
            <a:pPr marL="12600" algn="just">
              <a:lnSpc>
                <a:spcPct val="100000"/>
              </a:lnSpc>
              <a:spcBef>
                <a:spcPts val="96"/>
              </a:spcBef>
            </a:pPr>
            <a:r>
              <a:rPr lang="en-US" sz="2400" b="0" strike="noStrike" spc="-1" dirty="0">
                <a:solidFill>
                  <a:srgbClr val="005035"/>
                </a:solidFill>
                <a:uFillTx/>
                <a:latin typeface="Times New Roman"/>
                <a:ea typeface="DejaVu Sans"/>
              </a:rPr>
              <a:t>  	       </a:t>
            </a:r>
            <a:r>
              <a:rPr lang="en-US" sz="2400" b="0" u="sng" strike="noStrike" spc="-1" dirty="0">
                <a:solidFill>
                  <a:srgbClr val="005035"/>
                </a:solidFill>
                <a:uFillTx/>
                <a:latin typeface="Times New Roman"/>
                <a:ea typeface="DejaVu Sans"/>
              </a:rPr>
              <a:t>Conclusions</a:t>
            </a:r>
            <a:endParaRPr lang="en-US" sz="2400" u="sng" spc="-1" dirty="0">
              <a:solidFill>
                <a:srgbClr val="000000"/>
              </a:solidFill>
              <a:uFillTx/>
              <a:latin typeface="Arial"/>
            </a:endParaRPr>
          </a:p>
          <a:p>
            <a:pPr marL="355500" indent="-342900" algn="just">
              <a:lnSpc>
                <a:spcPct val="100000"/>
              </a:lnSpc>
              <a:spcBef>
                <a:spcPts val="96"/>
              </a:spcBef>
              <a:buFont typeface="+mj-lt"/>
              <a:buAutoNum type="arabicPeriod"/>
            </a:pPr>
            <a:r>
              <a:rPr lang="en-US" sz="1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The cavity promotes the orientation angle from a free rotation to an energy-active coordinate, enabling a polariton-induced conical intersection (PICI) in a diatomic molecule.</a:t>
            </a:r>
          </a:p>
          <a:p>
            <a:pPr marL="12600" algn="just">
              <a:lnSpc>
                <a:spcPct val="100000"/>
              </a:lnSpc>
              <a:spcBef>
                <a:spcPts val="96"/>
              </a:spcBef>
            </a:pPr>
            <a:endParaRPr lang="en-US" sz="1400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 marL="355500" indent="-342900" algn="just">
              <a:lnSpc>
                <a:spcPct val="100000"/>
              </a:lnSpc>
              <a:spcBef>
                <a:spcPts val="96"/>
              </a:spcBef>
              <a:buFont typeface="+mj-lt"/>
              <a:buAutoNum type="arabicPeriod"/>
            </a:pPr>
            <a:r>
              <a:rPr lang="en-US" sz="1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Using the MECP algorithm, the PICI in </a:t>
            </a:r>
            <a:r>
              <a:rPr lang="en-US" sz="14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LiH</a:t>
            </a:r>
            <a:r>
              <a:rPr lang="en-US" sz="1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was located at R = 1.857 A and theta = 90 degrees, where the branching vectors g and h align with the stretch (R) and rotational (theta) coordinates, respectively.</a:t>
            </a:r>
          </a:p>
          <a:p>
            <a:pPr marL="343080" indent="-343080" algn="just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US" sz="1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Future work will extend this approach to polyatomic molecules, where the PICI can interact with intrinsic molecular conical intersections to create new photochemical pathways.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object 316"/>
          <p:cNvPicPr/>
          <p:nvPr/>
        </p:nvPicPr>
        <p:blipFill>
          <a:blip r:embed="rId3"/>
          <a:stretch/>
        </p:blipFill>
        <p:spPr>
          <a:xfrm>
            <a:off x="18958320" y="480600"/>
            <a:ext cx="960120" cy="722520"/>
          </a:xfrm>
          <a:prstGeom prst="rect">
            <a:avLst/>
          </a:prstGeom>
          <a:ln w="0">
            <a:noFill/>
          </a:ln>
        </p:spPr>
      </p:pic>
      <p:sp>
        <p:nvSpPr>
          <p:cNvPr id="115" name="TextBox 1028"/>
          <p:cNvSpPr/>
          <p:nvPr/>
        </p:nvSpPr>
        <p:spPr>
          <a:xfrm>
            <a:off x="457200" y="1804680"/>
            <a:ext cx="6627960" cy="203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Picture 1031"/>
          <p:cNvPicPr/>
          <p:nvPr/>
        </p:nvPicPr>
        <p:blipFill>
          <a:blip r:embed="rId4"/>
          <a:srcRect r="10296"/>
          <a:stretch/>
        </p:blipFill>
        <p:spPr>
          <a:xfrm>
            <a:off x="1357640" y="9179586"/>
            <a:ext cx="5948280" cy="592200"/>
          </a:xfrm>
          <a:prstGeom prst="rect">
            <a:avLst/>
          </a:prstGeom>
          <a:ln w="0">
            <a:noFill/>
          </a:ln>
        </p:spPr>
      </p:pic>
      <p:sp>
        <p:nvSpPr>
          <p:cNvPr id="117" name="TextBox 20"/>
          <p:cNvSpPr/>
          <p:nvPr/>
        </p:nvSpPr>
        <p:spPr>
          <a:xfrm>
            <a:off x="15847560" y="8686800"/>
            <a:ext cx="4065473" cy="1937538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u="sng" strike="noStrike" spc="-1" dirty="0">
                <a:solidFill>
                  <a:srgbClr val="005035"/>
                </a:solidFill>
                <a:uFillTx/>
                <a:latin typeface="Times New Roman"/>
                <a:ea typeface="DejaVu Sans"/>
              </a:rPr>
              <a:t>References</a:t>
            </a:r>
          </a:p>
          <a:p>
            <a:pPr algn="ctr">
              <a:lnSpc>
                <a:spcPct val="100000"/>
              </a:lnSpc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22222"/>
              </a:buClr>
              <a:buFont typeface="Calibri"/>
              <a:buAutoNum type="arabicPeriod"/>
            </a:pPr>
            <a:r>
              <a:rPr lang="en-US" sz="1200" b="0" strike="noStrike" spc="-1" dirty="0">
                <a:solidFill>
                  <a:srgbClr val="222222"/>
                </a:solidFill>
                <a:latin typeface="Calibri"/>
                <a:ea typeface="DejaVu Sans"/>
              </a:rPr>
              <a:t>Farag, Mandal, Huo, Phys. Chem. Chem. Phys., 2021, 23, 16868.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22222"/>
              </a:buClr>
              <a:buFont typeface="Calibri"/>
              <a:buAutoNum type="arabicPeriod"/>
            </a:pPr>
            <a:r>
              <a:rPr lang="en-US" sz="1200" b="0" strike="noStrike" spc="-1" dirty="0">
                <a:solidFill>
                  <a:srgbClr val="222222"/>
                </a:solidFill>
                <a:latin typeface="Calibri"/>
                <a:ea typeface="DejaVu Sans"/>
              </a:rPr>
              <a:t>Mandal, Huo, J. Phys. Chem. Lett., 2019, 10, 5519.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22222"/>
              </a:buClr>
              <a:buFont typeface="Calibri"/>
              <a:buAutoNum type="arabicPeriod"/>
            </a:pPr>
            <a:r>
              <a:rPr lang="en-US" sz="1200" b="0" strike="noStrike" spc="-1" dirty="0">
                <a:solidFill>
                  <a:srgbClr val="222222"/>
                </a:solidFill>
                <a:latin typeface="Calibri"/>
                <a:ea typeface="DejaVu Sans"/>
              </a:rPr>
              <a:t>Flick, </a:t>
            </a:r>
            <a:r>
              <a:rPr lang="en-US" sz="1200" b="0" strike="noStrike" spc="-1" dirty="0" err="1">
                <a:solidFill>
                  <a:srgbClr val="222222"/>
                </a:solidFill>
                <a:latin typeface="Calibri"/>
                <a:ea typeface="DejaVu Sans"/>
              </a:rPr>
              <a:t>Ruggenthaler</a:t>
            </a:r>
            <a:r>
              <a:rPr lang="en-US" sz="1200" b="0" strike="noStrike" spc="-1" dirty="0">
                <a:solidFill>
                  <a:srgbClr val="222222"/>
                </a:solidFill>
                <a:latin typeface="Calibri"/>
                <a:ea typeface="DejaVu Sans"/>
              </a:rPr>
              <a:t>, Appel, Rubio, PNAS, 2017, 114, 3026.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22222"/>
              </a:buClr>
              <a:buFont typeface="Calibri"/>
              <a:buAutoNum type="arabicPeriod"/>
            </a:pPr>
            <a:r>
              <a:rPr lang="en-US" sz="1200" b="0" strike="noStrike" spc="-1" dirty="0">
                <a:solidFill>
                  <a:srgbClr val="222222"/>
                </a:solidFill>
                <a:latin typeface="Calibri"/>
                <a:ea typeface="DejaVu Sans"/>
              </a:rPr>
              <a:t>Schafer, </a:t>
            </a:r>
            <a:r>
              <a:rPr lang="en-US" sz="1200" b="0" strike="noStrike" spc="-1" dirty="0" err="1">
                <a:solidFill>
                  <a:srgbClr val="222222"/>
                </a:solidFill>
                <a:latin typeface="Calibri"/>
                <a:ea typeface="DejaVu Sans"/>
              </a:rPr>
              <a:t>Ruggenthaler</a:t>
            </a:r>
            <a:r>
              <a:rPr lang="en-US" sz="1200" b="0" strike="noStrike" spc="-1" dirty="0">
                <a:solidFill>
                  <a:srgbClr val="222222"/>
                </a:solidFill>
                <a:latin typeface="Calibri"/>
                <a:ea typeface="DejaVu Sans"/>
              </a:rPr>
              <a:t>, </a:t>
            </a:r>
            <a:r>
              <a:rPr lang="en-US" sz="1200" b="0" strike="noStrike" spc="-1" dirty="0" err="1">
                <a:solidFill>
                  <a:srgbClr val="222222"/>
                </a:solidFill>
                <a:latin typeface="Calibri"/>
                <a:ea typeface="DejaVu Sans"/>
              </a:rPr>
              <a:t>Rokaj</a:t>
            </a:r>
            <a:r>
              <a:rPr lang="en-US" sz="1200" b="0" strike="noStrike" spc="-1" dirty="0">
                <a:solidFill>
                  <a:srgbClr val="222222"/>
                </a:solidFill>
                <a:latin typeface="Calibri"/>
                <a:ea typeface="DejaVu Sans"/>
              </a:rPr>
              <a:t>, Rubio, ACS Photonics, 2020, 7, 975.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21"/>
          <p:cNvSpPr/>
          <p:nvPr/>
        </p:nvSpPr>
        <p:spPr>
          <a:xfrm>
            <a:off x="16946280" y="10974600"/>
            <a:ext cx="24822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u="sng" strike="noStrike" spc="-1">
                <a:solidFill>
                  <a:srgbClr val="005035"/>
                </a:solidFill>
                <a:uFillTx/>
                <a:latin typeface="Times New Roman"/>
                <a:ea typeface="DejaVu Sans"/>
              </a:rPr>
              <a:t>Acknowledgement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23"/>
          <p:cNvPicPr/>
          <p:nvPr/>
        </p:nvPicPr>
        <p:blipFill>
          <a:blip r:embed="rId5"/>
          <a:stretch/>
        </p:blipFill>
        <p:spPr>
          <a:xfrm>
            <a:off x="17602200" y="12007080"/>
            <a:ext cx="792720" cy="7927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24"/>
          <p:cNvPicPr/>
          <p:nvPr/>
        </p:nvPicPr>
        <p:blipFill>
          <a:blip r:embed="rId6"/>
          <a:stretch/>
        </p:blipFill>
        <p:spPr>
          <a:xfrm>
            <a:off x="16694007" y="11935080"/>
            <a:ext cx="687240" cy="864720"/>
          </a:xfrm>
          <a:prstGeom prst="rect">
            <a:avLst/>
          </a:prstGeom>
          <a:ln w="0">
            <a:noFill/>
          </a:ln>
        </p:spPr>
      </p:pic>
      <p:pic>
        <p:nvPicPr>
          <p:cNvPr id="121" name="Picture 26"/>
          <p:cNvPicPr/>
          <p:nvPr/>
        </p:nvPicPr>
        <p:blipFill>
          <a:blip r:embed="rId7"/>
          <a:stretch/>
        </p:blipFill>
        <p:spPr>
          <a:xfrm>
            <a:off x="18535320" y="11905920"/>
            <a:ext cx="1122480" cy="1122480"/>
          </a:xfrm>
          <a:prstGeom prst="rect">
            <a:avLst/>
          </a:prstGeom>
          <a:ln w="0">
            <a:noFill/>
          </a:ln>
        </p:spPr>
      </p:pic>
      <p:sp>
        <p:nvSpPr>
          <p:cNvPr id="122" name="Rectangle 121"/>
          <p:cNvSpPr/>
          <p:nvPr/>
        </p:nvSpPr>
        <p:spPr>
          <a:xfrm>
            <a:off x="345599" y="7867812"/>
            <a:ext cx="7685869" cy="6997650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Strong light-matter interaction can be described by the Pauli-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Fierz</a:t>
            </a: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Hamiltonian: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 algn="just">
              <a:lnSpc>
                <a:spcPct val="100000"/>
              </a:lnSpc>
            </a:pPr>
            <a:endParaRPr lang="en-US" sz="1600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Calibri"/>
              </a:rPr>
              <a:t>The interaction is maximized when the dipole vector aligns with the field vector (cos(</a:t>
            </a:r>
            <a:r>
              <a:rPr lang="en-US" sz="1600" spc="-1" dirty="0" err="1">
                <a:solidFill>
                  <a:srgbClr val="000000"/>
                </a:solidFill>
                <a:latin typeface="Calibri"/>
                <a:ea typeface="Arial"/>
              </a:rPr>
              <a:t>λ,μ</a:t>
            </a:r>
            <a:r>
              <a:rPr lang="en-US" sz="1600" spc="-1" dirty="0">
                <a:solidFill>
                  <a:srgbClr val="000000"/>
                </a:solidFill>
                <a:latin typeface="Calibri"/>
                <a:ea typeface="Arial"/>
              </a:rPr>
              <a:t>)=1).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  <a:ea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Calibri"/>
              </a:rPr>
              <a:t>To get the gradient vector and non-adiabatic coupling vector, we solve the linear equations resulting from stationary conditions of the </a:t>
            </a:r>
            <a:r>
              <a:rPr lang="en-US" sz="1600" spc="-1" dirty="0" err="1">
                <a:solidFill>
                  <a:srgbClr val="000000"/>
                </a:solidFill>
                <a:latin typeface="Calibri"/>
              </a:rPr>
              <a:t>Lagrangian</a:t>
            </a:r>
            <a:r>
              <a:rPr lang="en-US" sz="1600" spc="-1" dirty="0">
                <a:solidFill>
                  <a:srgbClr val="000000"/>
                </a:solidFill>
                <a:latin typeface="Calibri"/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Calibri"/>
              </a:rPr>
              <a:t>The gradient difference g and non-adiabatic coupling vector h between state m and n are used to define two forces to drive molecule to conical intersection seam:</a:t>
            </a:r>
            <a:endParaRPr lang="en-US" sz="1600" spc="-1" dirty="0">
              <a:solidFill>
                <a:srgbClr val="00000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3" name="Group 122"/>
          <p:cNvGrpSpPr/>
          <p:nvPr/>
        </p:nvGrpSpPr>
        <p:grpSpPr>
          <a:xfrm>
            <a:off x="1529150" y="11192735"/>
            <a:ext cx="4881600" cy="1600200"/>
            <a:chOff x="604800" y="10972800"/>
            <a:chExt cx="4881600" cy="1600200"/>
          </a:xfrm>
        </p:grpSpPr>
        <p:sp>
          <p:nvSpPr>
            <p:cNvPr id="124" name="Freeform 123"/>
            <p:cNvSpPr/>
            <p:nvPr/>
          </p:nvSpPr>
          <p:spPr>
            <a:xfrm>
              <a:off x="606600" y="10982880"/>
              <a:ext cx="4871520" cy="1580040"/>
            </a:xfrm>
            <a:custGeom>
              <a:avLst/>
              <a:gdLst>
                <a:gd name="textAreaLeft" fmla="*/ 0 w 4871520"/>
                <a:gd name="textAreaRight" fmla="*/ 4871880 w 4871520"/>
                <a:gd name="textAreaTop" fmla="*/ 0 h 1580040"/>
                <a:gd name="textAreaBottom" fmla="*/ 1580400 h 1580040"/>
              </a:gdLst>
              <a:ahLst/>
              <a:cxnLst/>
              <a:rect l="textAreaLeft" t="textAreaTop" r="textAreaRight" b="textAreaBottom"/>
              <a:pathLst>
                <a:path w="15941" h="4414">
                  <a:moveTo>
                    <a:pt x="0" y="0"/>
                  </a:moveTo>
                  <a:cubicBezTo>
                    <a:pt x="5314" y="0"/>
                    <a:pt x="10627" y="0"/>
                    <a:pt x="15941" y="0"/>
                  </a:cubicBezTo>
                  <a:cubicBezTo>
                    <a:pt x="15941" y="1471"/>
                    <a:pt x="15941" y="2943"/>
                    <a:pt x="15941" y="4414"/>
                  </a:cubicBezTo>
                  <a:cubicBezTo>
                    <a:pt x="10627" y="4414"/>
                    <a:pt x="5314" y="4414"/>
                    <a:pt x="0" y="4414"/>
                  </a:cubicBezTo>
                  <a:cubicBezTo>
                    <a:pt x="0" y="2943"/>
                    <a:pt x="0" y="147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604800" y="11109240"/>
              <a:ext cx="99360" cy="138600"/>
            </a:xfrm>
            <a:custGeom>
              <a:avLst/>
              <a:gdLst>
                <a:gd name="textAreaLeft" fmla="*/ 0 w 99360"/>
                <a:gd name="textAreaRight" fmla="*/ 99720 w 99360"/>
                <a:gd name="textAreaTop" fmla="*/ 0 h 138600"/>
                <a:gd name="textAreaBottom" fmla="*/ 138960 h 138600"/>
              </a:gdLst>
              <a:ahLst/>
              <a:cxnLst/>
              <a:rect l="textAreaLeft" t="textAreaTop" r="textAreaRight" b="textAreaBottom"/>
              <a:pathLst>
                <a:path w="331" h="393">
                  <a:moveTo>
                    <a:pt x="182" y="44"/>
                  </a:moveTo>
                  <a:cubicBezTo>
                    <a:pt x="189" y="23"/>
                    <a:pt x="190" y="18"/>
                    <a:pt x="242" y="18"/>
                  </a:cubicBezTo>
                  <a:cubicBezTo>
                    <a:pt x="257" y="18"/>
                    <a:pt x="262" y="18"/>
                    <a:pt x="262" y="6"/>
                  </a:cubicBezTo>
                  <a:cubicBezTo>
                    <a:pt x="262" y="0"/>
                    <a:pt x="256" y="0"/>
                    <a:pt x="253" y="0"/>
                  </a:cubicBezTo>
                  <a:cubicBezTo>
                    <a:pt x="236" y="0"/>
                    <a:pt x="190" y="1"/>
                    <a:pt x="172" y="1"/>
                  </a:cubicBezTo>
                  <a:cubicBezTo>
                    <a:pt x="156" y="1"/>
                    <a:pt x="115" y="0"/>
                    <a:pt x="100" y="0"/>
                  </a:cubicBezTo>
                  <a:cubicBezTo>
                    <a:pt x="95" y="0"/>
                    <a:pt x="89" y="0"/>
                    <a:pt x="89" y="11"/>
                  </a:cubicBezTo>
                  <a:cubicBezTo>
                    <a:pt x="89" y="18"/>
                    <a:pt x="94" y="18"/>
                    <a:pt x="105" y="18"/>
                  </a:cubicBezTo>
                  <a:cubicBezTo>
                    <a:pt x="106" y="18"/>
                    <a:pt x="115" y="18"/>
                    <a:pt x="125" y="18"/>
                  </a:cubicBezTo>
                  <a:cubicBezTo>
                    <a:pt x="136" y="19"/>
                    <a:pt x="140" y="19"/>
                    <a:pt x="140" y="28"/>
                  </a:cubicBezTo>
                  <a:cubicBezTo>
                    <a:pt x="140" y="29"/>
                    <a:pt x="139" y="31"/>
                    <a:pt x="137" y="39"/>
                  </a:cubicBezTo>
                  <a:cubicBezTo>
                    <a:pt x="113" y="142"/>
                    <a:pt x="88" y="244"/>
                    <a:pt x="64" y="347"/>
                  </a:cubicBezTo>
                  <a:cubicBezTo>
                    <a:pt x="59" y="370"/>
                    <a:pt x="58" y="375"/>
                    <a:pt x="14" y="375"/>
                  </a:cubicBezTo>
                  <a:cubicBezTo>
                    <a:pt x="5" y="375"/>
                    <a:pt x="0" y="375"/>
                    <a:pt x="0" y="386"/>
                  </a:cubicBezTo>
                  <a:cubicBezTo>
                    <a:pt x="0" y="393"/>
                    <a:pt x="5" y="393"/>
                    <a:pt x="14" y="393"/>
                  </a:cubicBezTo>
                  <a:cubicBezTo>
                    <a:pt x="99" y="393"/>
                    <a:pt x="184" y="393"/>
                    <a:pt x="268" y="393"/>
                  </a:cubicBezTo>
                  <a:cubicBezTo>
                    <a:pt x="281" y="393"/>
                    <a:pt x="282" y="393"/>
                    <a:pt x="285" y="383"/>
                  </a:cubicBezTo>
                  <a:cubicBezTo>
                    <a:pt x="300" y="341"/>
                    <a:pt x="315" y="300"/>
                    <a:pt x="329" y="258"/>
                  </a:cubicBezTo>
                  <a:cubicBezTo>
                    <a:pt x="331" y="252"/>
                    <a:pt x="330" y="253"/>
                    <a:pt x="331" y="250"/>
                  </a:cubicBezTo>
                  <a:cubicBezTo>
                    <a:pt x="331" y="247"/>
                    <a:pt x="329" y="244"/>
                    <a:pt x="324" y="244"/>
                  </a:cubicBezTo>
                  <a:cubicBezTo>
                    <a:pt x="320" y="244"/>
                    <a:pt x="318" y="247"/>
                    <a:pt x="315" y="255"/>
                  </a:cubicBezTo>
                  <a:cubicBezTo>
                    <a:pt x="296" y="309"/>
                    <a:pt x="271" y="375"/>
                    <a:pt x="178" y="375"/>
                  </a:cubicBezTo>
                  <a:cubicBezTo>
                    <a:pt x="161" y="375"/>
                    <a:pt x="143" y="375"/>
                    <a:pt x="126" y="375"/>
                  </a:cubicBezTo>
                  <a:cubicBezTo>
                    <a:pt x="119" y="375"/>
                    <a:pt x="117" y="375"/>
                    <a:pt x="114" y="373"/>
                  </a:cubicBezTo>
                  <a:cubicBezTo>
                    <a:pt x="108" y="373"/>
                    <a:pt x="106" y="373"/>
                    <a:pt x="106" y="368"/>
                  </a:cubicBezTo>
                  <a:cubicBezTo>
                    <a:pt x="106" y="366"/>
                    <a:pt x="106" y="365"/>
                    <a:pt x="109" y="355"/>
                  </a:cubicBezTo>
                  <a:cubicBezTo>
                    <a:pt x="134" y="251"/>
                    <a:pt x="158" y="148"/>
                    <a:pt x="182" y="44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" name="Freeform 125"/>
            <p:cNvSpPr/>
            <p:nvPr/>
          </p:nvSpPr>
          <p:spPr>
            <a:xfrm>
              <a:off x="767880" y="11174040"/>
              <a:ext cx="109440" cy="46080"/>
            </a:xfrm>
            <a:custGeom>
              <a:avLst/>
              <a:gdLst>
                <a:gd name="textAreaLeft" fmla="*/ 0 w 109440"/>
                <a:gd name="textAreaRight" fmla="*/ 109800 w 109440"/>
                <a:gd name="textAreaTop" fmla="*/ 0 h 46080"/>
                <a:gd name="textAreaBottom" fmla="*/ 46440 h 46080"/>
              </a:gdLst>
              <a:ahLst/>
              <a:cxnLst/>
              <a:rect l="textAreaLeft" t="textAreaTop" r="textAreaRight" b="textAreaBottom"/>
              <a:pathLst>
                <a:path w="365" h="135">
                  <a:moveTo>
                    <a:pt x="347" y="23"/>
                  </a:moveTo>
                  <a:cubicBezTo>
                    <a:pt x="356" y="23"/>
                    <a:pt x="365" y="23"/>
                    <a:pt x="365" y="12"/>
                  </a:cubicBezTo>
                  <a:cubicBezTo>
                    <a:pt x="365" y="0"/>
                    <a:pt x="356" y="0"/>
                    <a:pt x="348" y="0"/>
                  </a:cubicBezTo>
                  <a:cubicBezTo>
                    <a:pt x="239" y="0"/>
                    <a:pt x="129" y="0"/>
                    <a:pt x="19" y="0"/>
                  </a:cubicBezTo>
                  <a:cubicBezTo>
                    <a:pt x="11" y="0"/>
                    <a:pt x="0" y="0"/>
                    <a:pt x="0" y="12"/>
                  </a:cubicBezTo>
                  <a:cubicBezTo>
                    <a:pt x="0" y="23"/>
                    <a:pt x="11" y="23"/>
                    <a:pt x="19" y="23"/>
                  </a:cubicBezTo>
                  <a:cubicBezTo>
                    <a:pt x="128" y="23"/>
                    <a:pt x="238" y="23"/>
                    <a:pt x="347" y="23"/>
                  </a:cubicBezTo>
                  <a:moveTo>
                    <a:pt x="348" y="135"/>
                  </a:moveTo>
                  <a:cubicBezTo>
                    <a:pt x="356" y="135"/>
                    <a:pt x="365" y="135"/>
                    <a:pt x="365" y="123"/>
                  </a:cubicBezTo>
                  <a:cubicBezTo>
                    <a:pt x="365" y="112"/>
                    <a:pt x="356" y="112"/>
                    <a:pt x="347" y="112"/>
                  </a:cubicBezTo>
                  <a:cubicBezTo>
                    <a:pt x="238" y="112"/>
                    <a:pt x="128" y="112"/>
                    <a:pt x="19" y="112"/>
                  </a:cubicBezTo>
                  <a:cubicBezTo>
                    <a:pt x="11" y="112"/>
                    <a:pt x="0" y="112"/>
                    <a:pt x="0" y="123"/>
                  </a:cubicBezTo>
                  <a:cubicBezTo>
                    <a:pt x="0" y="135"/>
                    <a:pt x="11" y="135"/>
                    <a:pt x="19" y="135"/>
                  </a:cubicBezTo>
                  <a:cubicBezTo>
                    <a:pt x="129" y="135"/>
                    <a:pt x="239" y="135"/>
                    <a:pt x="348" y="13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440" rIns="90000" bIns="144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942120" y="11109240"/>
              <a:ext cx="119520" cy="138600"/>
            </a:xfrm>
            <a:custGeom>
              <a:avLst/>
              <a:gdLst>
                <a:gd name="textAreaLeft" fmla="*/ 0 w 119520"/>
                <a:gd name="textAreaRight" fmla="*/ 119880 w 119520"/>
                <a:gd name="textAreaTop" fmla="*/ 0 h 138600"/>
                <a:gd name="textAreaBottom" fmla="*/ 138960 h 138600"/>
              </a:gdLst>
              <a:ahLst/>
              <a:cxnLst/>
              <a:rect l="textAreaLeft" t="textAreaTop" r="textAreaRight" b="textAreaBottom"/>
              <a:pathLst>
                <a:path w="398" h="392">
                  <a:moveTo>
                    <a:pt x="368" y="257"/>
                  </a:moveTo>
                  <a:cubicBezTo>
                    <a:pt x="368" y="254"/>
                    <a:pt x="369" y="251"/>
                    <a:pt x="369" y="249"/>
                  </a:cubicBezTo>
                  <a:cubicBezTo>
                    <a:pt x="369" y="248"/>
                    <a:pt x="369" y="243"/>
                    <a:pt x="363" y="243"/>
                  </a:cubicBezTo>
                  <a:cubicBezTo>
                    <a:pt x="358" y="243"/>
                    <a:pt x="357" y="246"/>
                    <a:pt x="357" y="249"/>
                  </a:cubicBezTo>
                  <a:cubicBezTo>
                    <a:pt x="321" y="334"/>
                    <a:pt x="301" y="374"/>
                    <a:pt x="207" y="374"/>
                  </a:cubicBezTo>
                  <a:cubicBezTo>
                    <a:pt x="180" y="374"/>
                    <a:pt x="153" y="374"/>
                    <a:pt x="126" y="374"/>
                  </a:cubicBezTo>
                  <a:cubicBezTo>
                    <a:pt x="118" y="374"/>
                    <a:pt x="118" y="374"/>
                    <a:pt x="115" y="372"/>
                  </a:cubicBezTo>
                  <a:cubicBezTo>
                    <a:pt x="109" y="372"/>
                    <a:pt x="107" y="372"/>
                    <a:pt x="107" y="367"/>
                  </a:cubicBezTo>
                  <a:cubicBezTo>
                    <a:pt x="107" y="365"/>
                    <a:pt x="107" y="364"/>
                    <a:pt x="110" y="354"/>
                  </a:cubicBezTo>
                  <a:cubicBezTo>
                    <a:pt x="123" y="302"/>
                    <a:pt x="135" y="249"/>
                    <a:pt x="148" y="197"/>
                  </a:cubicBezTo>
                  <a:cubicBezTo>
                    <a:pt x="166" y="197"/>
                    <a:pt x="183" y="197"/>
                    <a:pt x="201" y="197"/>
                  </a:cubicBezTo>
                  <a:cubicBezTo>
                    <a:pt x="248" y="197"/>
                    <a:pt x="248" y="208"/>
                    <a:pt x="248" y="223"/>
                  </a:cubicBezTo>
                  <a:cubicBezTo>
                    <a:pt x="248" y="226"/>
                    <a:pt x="248" y="234"/>
                    <a:pt x="245" y="251"/>
                  </a:cubicBezTo>
                  <a:cubicBezTo>
                    <a:pt x="243" y="254"/>
                    <a:pt x="243" y="256"/>
                    <a:pt x="243" y="257"/>
                  </a:cubicBezTo>
                  <a:cubicBezTo>
                    <a:pt x="243" y="261"/>
                    <a:pt x="245" y="264"/>
                    <a:pt x="249" y="264"/>
                  </a:cubicBezTo>
                  <a:cubicBezTo>
                    <a:pt x="254" y="264"/>
                    <a:pt x="256" y="261"/>
                    <a:pt x="259" y="252"/>
                  </a:cubicBezTo>
                  <a:cubicBezTo>
                    <a:pt x="269" y="208"/>
                    <a:pt x="279" y="163"/>
                    <a:pt x="290" y="118"/>
                  </a:cubicBezTo>
                  <a:cubicBezTo>
                    <a:pt x="290" y="115"/>
                    <a:pt x="287" y="112"/>
                    <a:pt x="282" y="112"/>
                  </a:cubicBezTo>
                  <a:cubicBezTo>
                    <a:pt x="277" y="112"/>
                    <a:pt x="277" y="115"/>
                    <a:pt x="276" y="122"/>
                  </a:cubicBezTo>
                  <a:cubicBezTo>
                    <a:pt x="263" y="166"/>
                    <a:pt x="254" y="179"/>
                    <a:pt x="203" y="179"/>
                  </a:cubicBezTo>
                  <a:cubicBezTo>
                    <a:pt x="185" y="179"/>
                    <a:pt x="168" y="179"/>
                    <a:pt x="151" y="179"/>
                  </a:cubicBezTo>
                  <a:cubicBezTo>
                    <a:pt x="162" y="132"/>
                    <a:pt x="174" y="86"/>
                    <a:pt x="185" y="40"/>
                  </a:cubicBezTo>
                  <a:cubicBezTo>
                    <a:pt x="190" y="20"/>
                    <a:pt x="190" y="18"/>
                    <a:pt x="215" y="18"/>
                  </a:cubicBezTo>
                  <a:cubicBezTo>
                    <a:pt x="240" y="18"/>
                    <a:pt x="266" y="18"/>
                    <a:pt x="291" y="18"/>
                  </a:cubicBezTo>
                  <a:cubicBezTo>
                    <a:pt x="358" y="18"/>
                    <a:pt x="374" y="35"/>
                    <a:pt x="374" y="82"/>
                  </a:cubicBezTo>
                  <a:cubicBezTo>
                    <a:pt x="374" y="95"/>
                    <a:pt x="374" y="97"/>
                    <a:pt x="373" y="112"/>
                  </a:cubicBezTo>
                  <a:cubicBezTo>
                    <a:pt x="373" y="115"/>
                    <a:pt x="373" y="121"/>
                    <a:pt x="373" y="123"/>
                  </a:cubicBezTo>
                  <a:cubicBezTo>
                    <a:pt x="373" y="126"/>
                    <a:pt x="374" y="130"/>
                    <a:pt x="379" y="130"/>
                  </a:cubicBezTo>
                  <a:cubicBezTo>
                    <a:pt x="385" y="130"/>
                    <a:pt x="385" y="126"/>
                    <a:pt x="387" y="115"/>
                  </a:cubicBezTo>
                  <a:cubicBezTo>
                    <a:pt x="390" y="82"/>
                    <a:pt x="394" y="48"/>
                    <a:pt x="397" y="15"/>
                  </a:cubicBezTo>
                  <a:cubicBezTo>
                    <a:pt x="399" y="0"/>
                    <a:pt x="396" y="0"/>
                    <a:pt x="382" y="0"/>
                  </a:cubicBezTo>
                  <a:cubicBezTo>
                    <a:pt x="290" y="0"/>
                    <a:pt x="198" y="0"/>
                    <a:pt x="106" y="0"/>
                  </a:cubicBezTo>
                  <a:cubicBezTo>
                    <a:pt x="95" y="0"/>
                    <a:pt x="89" y="0"/>
                    <a:pt x="89" y="12"/>
                  </a:cubicBezTo>
                  <a:cubicBezTo>
                    <a:pt x="89" y="18"/>
                    <a:pt x="95" y="18"/>
                    <a:pt x="104" y="18"/>
                  </a:cubicBezTo>
                  <a:cubicBezTo>
                    <a:pt x="125" y="18"/>
                    <a:pt x="140" y="18"/>
                    <a:pt x="140" y="28"/>
                  </a:cubicBezTo>
                  <a:cubicBezTo>
                    <a:pt x="140" y="30"/>
                    <a:pt x="140" y="31"/>
                    <a:pt x="137" y="41"/>
                  </a:cubicBezTo>
                  <a:cubicBezTo>
                    <a:pt x="113" y="143"/>
                    <a:pt x="89" y="244"/>
                    <a:pt x="65" y="346"/>
                  </a:cubicBezTo>
                  <a:cubicBezTo>
                    <a:pt x="59" y="369"/>
                    <a:pt x="59" y="374"/>
                    <a:pt x="15" y="374"/>
                  </a:cubicBezTo>
                  <a:cubicBezTo>
                    <a:pt x="6" y="374"/>
                    <a:pt x="0" y="374"/>
                    <a:pt x="0" y="383"/>
                  </a:cubicBezTo>
                  <a:cubicBezTo>
                    <a:pt x="0" y="392"/>
                    <a:pt x="4" y="392"/>
                    <a:pt x="15" y="392"/>
                  </a:cubicBezTo>
                  <a:cubicBezTo>
                    <a:pt x="110" y="392"/>
                    <a:pt x="205" y="392"/>
                    <a:pt x="299" y="392"/>
                  </a:cubicBezTo>
                  <a:cubicBezTo>
                    <a:pt x="312" y="392"/>
                    <a:pt x="313" y="390"/>
                    <a:pt x="316" y="382"/>
                  </a:cubicBezTo>
                  <a:cubicBezTo>
                    <a:pt x="334" y="340"/>
                    <a:pt x="351" y="299"/>
                    <a:pt x="368" y="25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8" name="Freeform 127"/>
            <p:cNvSpPr/>
            <p:nvPr/>
          </p:nvSpPr>
          <p:spPr>
            <a:xfrm>
              <a:off x="1082520" y="11055960"/>
              <a:ext cx="28800" cy="14184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141840"/>
                <a:gd name="textAreaBottom" fmla="*/ 142200 h 141840"/>
              </a:gdLst>
              <a:ahLst/>
              <a:cxnLst/>
              <a:rect l="textAreaLeft" t="textAreaTop" r="textAreaRight" b="textAreaBottom"/>
              <a:pathLst>
                <a:path w="100" h="403">
                  <a:moveTo>
                    <a:pt x="92" y="0"/>
                  </a:moveTo>
                  <a:cubicBezTo>
                    <a:pt x="19" y="54"/>
                    <a:pt x="0" y="140"/>
                    <a:pt x="0" y="202"/>
                  </a:cubicBezTo>
                  <a:cubicBezTo>
                    <a:pt x="0" y="259"/>
                    <a:pt x="15" y="346"/>
                    <a:pt x="92" y="403"/>
                  </a:cubicBezTo>
                  <a:cubicBezTo>
                    <a:pt x="95" y="403"/>
                    <a:pt x="100" y="403"/>
                    <a:pt x="100" y="398"/>
                  </a:cubicBezTo>
                  <a:cubicBezTo>
                    <a:pt x="100" y="395"/>
                    <a:pt x="98" y="395"/>
                    <a:pt x="95" y="392"/>
                  </a:cubicBezTo>
                  <a:cubicBezTo>
                    <a:pt x="45" y="344"/>
                    <a:pt x="25" y="275"/>
                    <a:pt x="25" y="202"/>
                  </a:cubicBezTo>
                  <a:cubicBezTo>
                    <a:pt x="25" y="94"/>
                    <a:pt x="65" y="40"/>
                    <a:pt x="97" y="10"/>
                  </a:cubicBezTo>
                  <a:cubicBezTo>
                    <a:pt x="98" y="9"/>
                    <a:pt x="100" y="7"/>
                    <a:pt x="100" y="5"/>
                  </a:cubicBezTo>
                  <a:cubicBezTo>
                    <a:pt x="100" y="0"/>
                    <a:pt x="95" y="0"/>
                    <a:pt x="9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9" name="Freeform 128"/>
            <p:cNvSpPr/>
            <p:nvPr/>
          </p:nvSpPr>
          <p:spPr>
            <a:xfrm>
              <a:off x="1127160" y="11100240"/>
              <a:ext cx="69480" cy="63360"/>
            </a:xfrm>
            <a:custGeom>
              <a:avLst/>
              <a:gdLst>
                <a:gd name="textAreaLeft" fmla="*/ 0 w 69480"/>
                <a:gd name="textAreaRight" fmla="*/ 69840 w 69480"/>
                <a:gd name="textAreaTop" fmla="*/ 0 h 63360"/>
                <a:gd name="textAreaBottom" fmla="*/ 63720 h 63360"/>
              </a:gdLst>
              <a:ahLst/>
              <a:cxnLst/>
              <a:rect l="textAreaLeft" t="textAreaTop" r="textAreaRight" b="textAreaBottom"/>
              <a:pathLst>
                <a:path w="234" h="182">
                  <a:moveTo>
                    <a:pt x="28" y="152"/>
                  </a:moveTo>
                  <a:cubicBezTo>
                    <a:pt x="26" y="157"/>
                    <a:pt x="25" y="167"/>
                    <a:pt x="25" y="168"/>
                  </a:cubicBezTo>
                  <a:cubicBezTo>
                    <a:pt x="25" y="178"/>
                    <a:pt x="31" y="182"/>
                    <a:pt x="37" y="182"/>
                  </a:cubicBezTo>
                  <a:cubicBezTo>
                    <a:pt x="45" y="182"/>
                    <a:pt x="51" y="177"/>
                    <a:pt x="53" y="173"/>
                  </a:cubicBezTo>
                  <a:cubicBezTo>
                    <a:pt x="55" y="169"/>
                    <a:pt x="58" y="157"/>
                    <a:pt x="59" y="147"/>
                  </a:cubicBezTo>
                  <a:cubicBezTo>
                    <a:pt x="61" y="141"/>
                    <a:pt x="65" y="121"/>
                    <a:pt x="69" y="111"/>
                  </a:cubicBezTo>
                  <a:cubicBezTo>
                    <a:pt x="70" y="103"/>
                    <a:pt x="73" y="93"/>
                    <a:pt x="75" y="85"/>
                  </a:cubicBezTo>
                  <a:cubicBezTo>
                    <a:pt x="79" y="69"/>
                    <a:pt x="79" y="65"/>
                    <a:pt x="90" y="49"/>
                  </a:cubicBezTo>
                  <a:cubicBezTo>
                    <a:pt x="101" y="33"/>
                    <a:pt x="120" y="11"/>
                    <a:pt x="148" y="11"/>
                  </a:cubicBezTo>
                  <a:cubicBezTo>
                    <a:pt x="170" y="11"/>
                    <a:pt x="172" y="33"/>
                    <a:pt x="172" y="39"/>
                  </a:cubicBezTo>
                  <a:cubicBezTo>
                    <a:pt x="172" y="64"/>
                    <a:pt x="154" y="108"/>
                    <a:pt x="148" y="126"/>
                  </a:cubicBezTo>
                  <a:cubicBezTo>
                    <a:pt x="143" y="136"/>
                    <a:pt x="142" y="141"/>
                    <a:pt x="142" y="147"/>
                  </a:cubicBezTo>
                  <a:cubicBezTo>
                    <a:pt x="142" y="168"/>
                    <a:pt x="159" y="182"/>
                    <a:pt x="179" y="182"/>
                  </a:cubicBezTo>
                  <a:cubicBezTo>
                    <a:pt x="217" y="182"/>
                    <a:pt x="234" y="126"/>
                    <a:pt x="234" y="119"/>
                  </a:cubicBezTo>
                  <a:cubicBezTo>
                    <a:pt x="234" y="114"/>
                    <a:pt x="229" y="114"/>
                    <a:pt x="228" y="114"/>
                  </a:cubicBezTo>
                  <a:cubicBezTo>
                    <a:pt x="223" y="114"/>
                    <a:pt x="223" y="118"/>
                    <a:pt x="221" y="121"/>
                  </a:cubicBezTo>
                  <a:cubicBezTo>
                    <a:pt x="212" y="154"/>
                    <a:pt x="195" y="170"/>
                    <a:pt x="179" y="170"/>
                  </a:cubicBezTo>
                  <a:cubicBezTo>
                    <a:pt x="172" y="170"/>
                    <a:pt x="170" y="165"/>
                    <a:pt x="170" y="157"/>
                  </a:cubicBezTo>
                  <a:cubicBezTo>
                    <a:pt x="170" y="147"/>
                    <a:pt x="173" y="142"/>
                    <a:pt x="179" y="124"/>
                  </a:cubicBezTo>
                  <a:cubicBezTo>
                    <a:pt x="184" y="111"/>
                    <a:pt x="200" y="69"/>
                    <a:pt x="200" y="46"/>
                  </a:cubicBezTo>
                  <a:cubicBezTo>
                    <a:pt x="200" y="6"/>
                    <a:pt x="170" y="0"/>
                    <a:pt x="150" y="0"/>
                  </a:cubicBezTo>
                  <a:cubicBezTo>
                    <a:pt x="118" y="0"/>
                    <a:pt x="97" y="21"/>
                    <a:pt x="84" y="36"/>
                  </a:cubicBezTo>
                  <a:cubicBezTo>
                    <a:pt x="83" y="10"/>
                    <a:pt x="59" y="0"/>
                    <a:pt x="44" y="0"/>
                  </a:cubicBezTo>
                  <a:cubicBezTo>
                    <a:pt x="28" y="0"/>
                    <a:pt x="19" y="13"/>
                    <a:pt x="14" y="21"/>
                  </a:cubicBezTo>
                  <a:cubicBezTo>
                    <a:pt x="5" y="36"/>
                    <a:pt x="0" y="60"/>
                    <a:pt x="0" y="62"/>
                  </a:cubicBezTo>
                  <a:cubicBezTo>
                    <a:pt x="0" y="67"/>
                    <a:pt x="5" y="67"/>
                    <a:pt x="6" y="67"/>
                  </a:cubicBezTo>
                  <a:cubicBezTo>
                    <a:pt x="11" y="67"/>
                    <a:pt x="12" y="65"/>
                    <a:pt x="14" y="55"/>
                  </a:cubicBezTo>
                  <a:cubicBezTo>
                    <a:pt x="20" y="31"/>
                    <a:pt x="28" y="11"/>
                    <a:pt x="42" y="11"/>
                  </a:cubicBezTo>
                  <a:cubicBezTo>
                    <a:pt x="53" y="11"/>
                    <a:pt x="56" y="19"/>
                    <a:pt x="56" y="31"/>
                  </a:cubicBezTo>
                  <a:cubicBezTo>
                    <a:pt x="56" y="39"/>
                    <a:pt x="52" y="53"/>
                    <a:pt x="50" y="64"/>
                  </a:cubicBezTo>
                  <a:cubicBezTo>
                    <a:pt x="47" y="74"/>
                    <a:pt x="42" y="92"/>
                    <a:pt x="40" y="101"/>
                  </a:cubicBezTo>
                  <a:cubicBezTo>
                    <a:pt x="36" y="118"/>
                    <a:pt x="32" y="135"/>
                    <a:pt x="28" y="152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0" name="Freeform 129"/>
            <p:cNvSpPr/>
            <p:nvPr/>
          </p:nvSpPr>
          <p:spPr>
            <a:xfrm>
              <a:off x="1212120" y="11055960"/>
              <a:ext cx="28800" cy="14184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141840"/>
                <a:gd name="textAreaBottom" fmla="*/ 142200 h 141840"/>
              </a:gdLst>
              <a:ahLst/>
              <a:cxnLst/>
              <a:rect l="textAreaLeft" t="textAreaTop" r="textAreaRight" b="textAreaBottom"/>
              <a:pathLst>
                <a:path w="100" h="403">
                  <a:moveTo>
                    <a:pt x="8" y="0"/>
                  </a:moveTo>
                  <a:cubicBezTo>
                    <a:pt x="5" y="0"/>
                    <a:pt x="0" y="0"/>
                    <a:pt x="0" y="5"/>
                  </a:cubicBezTo>
                  <a:cubicBezTo>
                    <a:pt x="0" y="7"/>
                    <a:pt x="2" y="9"/>
                    <a:pt x="5" y="12"/>
                  </a:cubicBezTo>
                  <a:cubicBezTo>
                    <a:pt x="38" y="43"/>
                    <a:pt x="73" y="97"/>
                    <a:pt x="73" y="202"/>
                  </a:cubicBezTo>
                  <a:cubicBezTo>
                    <a:pt x="73" y="285"/>
                    <a:pt x="48" y="349"/>
                    <a:pt x="8" y="388"/>
                  </a:cubicBezTo>
                  <a:cubicBezTo>
                    <a:pt x="2" y="395"/>
                    <a:pt x="0" y="397"/>
                    <a:pt x="0" y="398"/>
                  </a:cubicBezTo>
                  <a:cubicBezTo>
                    <a:pt x="0" y="400"/>
                    <a:pt x="2" y="403"/>
                    <a:pt x="6" y="403"/>
                  </a:cubicBezTo>
                  <a:cubicBezTo>
                    <a:pt x="11" y="403"/>
                    <a:pt x="47" y="377"/>
                    <a:pt x="72" y="326"/>
                  </a:cubicBezTo>
                  <a:cubicBezTo>
                    <a:pt x="89" y="292"/>
                    <a:pt x="100" y="249"/>
                    <a:pt x="100" y="202"/>
                  </a:cubicBezTo>
                  <a:cubicBezTo>
                    <a:pt x="100" y="144"/>
                    <a:pt x="84" y="58"/>
                    <a:pt x="8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" name="Freeform 130"/>
            <p:cNvSpPr/>
            <p:nvPr/>
          </p:nvSpPr>
          <p:spPr>
            <a:xfrm>
              <a:off x="1311480" y="11129760"/>
              <a:ext cx="109800" cy="135000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0 h 135000"/>
                <a:gd name="textAreaBottom" fmla="*/ 135360 h 135000"/>
              </a:gdLst>
              <a:ahLst/>
              <a:cxnLst/>
              <a:rect l="textAreaLeft" t="textAreaTop" r="textAreaRight" b="textAreaBottom"/>
              <a:pathLst>
                <a:path w="365" h="383">
                  <a:moveTo>
                    <a:pt x="193" y="203"/>
                  </a:moveTo>
                  <a:cubicBezTo>
                    <a:pt x="244" y="203"/>
                    <a:pt x="295" y="203"/>
                    <a:pt x="346" y="203"/>
                  </a:cubicBezTo>
                  <a:cubicBezTo>
                    <a:pt x="354" y="203"/>
                    <a:pt x="365" y="203"/>
                    <a:pt x="365" y="192"/>
                  </a:cubicBezTo>
                  <a:cubicBezTo>
                    <a:pt x="365" y="180"/>
                    <a:pt x="354" y="180"/>
                    <a:pt x="346" y="180"/>
                  </a:cubicBezTo>
                  <a:cubicBezTo>
                    <a:pt x="295" y="180"/>
                    <a:pt x="244" y="180"/>
                    <a:pt x="193" y="180"/>
                  </a:cubicBezTo>
                  <a:cubicBezTo>
                    <a:pt x="193" y="126"/>
                    <a:pt x="193" y="72"/>
                    <a:pt x="193" y="18"/>
                  </a:cubicBezTo>
                  <a:cubicBezTo>
                    <a:pt x="193" y="10"/>
                    <a:pt x="193" y="0"/>
                    <a:pt x="182" y="0"/>
                  </a:cubicBezTo>
                  <a:cubicBezTo>
                    <a:pt x="171" y="0"/>
                    <a:pt x="171" y="10"/>
                    <a:pt x="171" y="18"/>
                  </a:cubicBezTo>
                  <a:cubicBezTo>
                    <a:pt x="171" y="72"/>
                    <a:pt x="171" y="126"/>
                    <a:pt x="171" y="180"/>
                  </a:cubicBezTo>
                  <a:cubicBezTo>
                    <a:pt x="120" y="180"/>
                    <a:pt x="69" y="180"/>
                    <a:pt x="18" y="180"/>
                  </a:cubicBezTo>
                  <a:cubicBezTo>
                    <a:pt x="10" y="180"/>
                    <a:pt x="0" y="180"/>
                    <a:pt x="0" y="192"/>
                  </a:cubicBezTo>
                  <a:cubicBezTo>
                    <a:pt x="0" y="203"/>
                    <a:pt x="10" y="203"/>
                    <a:pt x="18" y="203"/>
                  </a:cubicBezTo>
                  <a:cubicBezTo>
                    <a:pt x="69" y="203"/>
                    <a:pt x="120" y="203"/>
                    <a:pt x="171" y="203"/>
                  </a:cubicBezTo>
                  <a:cubicBezTo>
                    <a:pt x="171" y="256"/>
                    <a:pt x="171" y="310"/>
                    <a:pt x="171" y="363"/>
                  </a:cubicBezTo>
                  <a:cubicBezTo>
                    <a:pt x="171" y="372"/>
                    <a:pt x="171" y="383"/>
                    <a:pt x="182" y="383"/>
                  </a:cubicBezTo>
                  <a:cubicBezTo>
                    <a:pt x="193" y="383"/>
                    <a:pt x="193" y="372"/>
                    <a:pt x="193" y="363"/>
                  </a:cubicBezTo>
                  <a:cubicBezTo>
                    <a:pt x="193" y="310"/>
                    <a:pt x="193" y="256"/>
                    <a:pt x="193" y="20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2" name="Freeform 131"/>
            <p:cNvSpPr/>
            <p:nvPr/>
          </p:nvSpPr>
          <p:spPr>
            <a:xfrm>
              <a:off x="1504440" y="10972800"/>
              <a:ext cx="53640" cy="13536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135360"/>
                <a:gd name="textAreaBottom" fmla="*/ 135720 h 135360"/>
              </a:gdLst>
              <a:ahLst/>
              <a:cxnLst/>
              <a:rect l="textAreaLeft" t="textAreaTop" r="textAreaRight" b="textAreaBottom"/>
              <a:pathLst>
                <a:path w="181" h="383">
                  <a:moveTo>
                    <a:pt x="113" y="15"/>
                  </a:moveTo>
                  <a:cubicBezTo>
                    <a:pt x="113" y="2"/>
                    <a:pt x="113" y="0"/>
                    <a:pt x="100" y="0"/>
                  </a:cubicBezTo>
                  <a:cubicBezTo>
                    <a:pt x="67" y="36"/>
                    <a:pt x="19" y="36"/>
                    <a:pt x="0" y="36"/>
                  </a:cubicBezTo>
                  <a:cubicBezTo>
                    <a:pt x="0" y="42"/>
                    <a:pt x="0" y="48"/>
                    <a:pt x="0" y="54"/>
                  </a:cubicBezTo>
                  <a:cubicBezTo>
                    <a:pt x="11" y="54"/>
                    <a:pt x="44" y="54"/>
                    <a:pt x="72" y="39"/>
                  </a:cubicBezTo>
                  <a:cubicBezTo>
                    <a:pt x="72" y="139"/>
                    <a:pt x="72" y="238"/>
                    <a:pt x="72" y="337"/>
                  </a:cubicBezTo>
                  <a:cubicBezTo>
                    <a:pt x="72" y="358"/>
                    <a:pt x="70" y="365"/>
                    <a:pt x="22" y="365"/>
                  </a:cubicBezTo>
                  <a:cubicBezTo>
                    <a:pt x="16" y="365"/>
                    <a:pt x="10" y="365"/>
                    <a:pt x="3" y="365"/>
                  </a:cubicBezTo>
                  <a:cubicBezTo>
                    <a:pt x="3" y="371"/>
                    <a:pt x="3" y="377"/>
                    <a:pt x="3" y="383"/>
                  </a:cubicBezTo>
                  <a:cubicBezTo>
                    <a:pt x="24" y="381"/>
                    <a:pt x="70" y="381"/>
                    <a:pt x="92" y="381"/>
                  </a:cubicBezTo>
                  <a:cubicBezTo>
                    <a:pt x="114" y="381"/>
                    <a:pt x="162" y="381"/>
                    <a:pt x="181" y="383"/>
                  </a:cubicBezTo>
                  <a:cubicBezTo>
                    <a:pt x="181" y="377"/>
                    <a:pt x="181" y="371"/>
                    <a:pt x="181" y="365"/>
                  </a:cubicBezTo>
                  <a:cubicBezTo>
                    <a:pt x="175" y="365"/>
                    <a:pt x="170" y="365"/>
                    <a:pt x="164" y="365"/>
                  </a:cubicBezTo>
                  <a:cubicBezTo>
                    <a:pt x="114" y="365"/>
                    <a:pt x="113" y="358"/>
                    <a:pt x="113" y="337"/>
                  </a:cubicBezTo>
                  <a:cubicBezTo>
                    <a:pt x="113" y="230"/>
                    <a:pt x="113" y="122"/>
                    <a:pt x="113" y="1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3" name="Freeform 132"/>
            <p:cNvSpPr/>
            <p:nvPr/>
          </p:nvSpPr>
          <p:spPr>
            <a:xfrm>
              <a:off x="1489680" y="11193840"/>
              <a:ext cx="82080" cy="612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6120"/>
                <a:gd name="textAreaBottom" fmla="*/ 6480 h 6120"/>
              </a:gdLst>
              <a:ahLst/>
              <a:cxnLst/>
              <a:rect l="textAreaLeft" t="textAreaTop" r="textAreaRight" b="textAreaBottom"/>
              <a:pathLst>
                <a:path w="274" h="23">
                  <a:moveTo>
                    <a:pt x="0" y="0"/>
                  </a:moveTo>
                  <a:cubicBezTo>
                    <a:pt x="91" y="0"/>
                    <a:pt x="183" y="0"/>
                    <a:pt x="274" y="0"/>
                  </a:cubicBezTo>
                  <a:cubicBezTo>
                    <a:pt x="274" y="8"/>
                    <a:pt x="274" y="15"/>
                    <a:pt x="274" y="23"/>
                  </a:cubicBezTo>
                  <a:cubicBezTo>
                    <a:pt x="183" y="23"/>
                    <a:pt x="91" y="23"/>
                    <a:pt x="0" y="23"/>
                  </a:cubicBezTo>
                  <a:cubicBezTo>
                    <a:pt x="0" y="15"/>
                    <a:pt x="0" y="8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8520" rIns="90000" bIns="-3852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" name="Freeform 133"/>
            <p:cNvSpPr/>
            <p:nvPr/>
          </p:nvSpPr>
          <p:spPr>
            <a:xfrm>
              <a:off x="1498320" y="11253600"/>
              <a:ext cx="64800" cy="135360"/>
            </a:xfrm>
            <a:custGeom>
              <a:avLst/>
              <a:gdLst>
                <a:gd name="textAreaLeft" fmla="*/ 0 w 64800"/>
                <a:gd name="textAreaRight" fmla="*/ 65160 w 64800"/>
                <a:gd name="textAreaTop" fmla="*/ 0 h 135360"/>
                <a:gd name="textAreaBottom" fmla="*/ 135720 h 135360"/>
              </a:gdLst>
              <a:ahLst/>
              <a:cxnLst/>
              <a:rect l="textAreaLeft" t="textAreaTop" r="textAreaRight" b="textAreaBottom"/>
              <a:pathLst>
                <a:path w="218" h="383">
                  <a:moveTo>
                    <a:pt x="42" y="339"/>
                  </a:moveTo>
                  <a:cubicBezTo>
                    <a:pt x="61" y="319"/>
                    <a:pt x="81" y="299"/>
                    <a:pt x="100" y="278"/>
                  </a:cubicBezTo>
                  <a:cubicBezTo>
                    <a:pt x="186" y="200"/>
                    <a:pt x="218" y="169"/>
                    <a:pt x="218" y="111"/>
                  </a:cubicBezTo>
                  <a:cubicBezTo>
                    <a:pt x="218" y="46"/>
                    <a:pt x="168" y="0"/>
                    <a:pt x="101" y="0"/>
                  </a:cubicBezTo>
                  <a:cubicBezTo>
                    <a:pt x="41" y="0"/>
                    <a:pt x="0" y="52"/>
                    <a:pt x="0" y="103"/>
                  </a:cubicBezTo>
                  <a:cubicBezTo>
                    <a:pt x="0" y="136"/>
                    <a:pt x="26" y="136"/>
                    <a:pt x="28" y="136"/>
                  </a:cubicBezTo>
                  <a:cubicBezTo>
                    <a:pt x="37" y="136"/>
                    <a:pt x="58" y="129"/>
                    <a:pt x="58" y="105"/>
                  </a:cubicBezTo>
                  <a:cubicBezTo>
                    <a:pt x="58" y="90"/>
                    <a:pt x="47" y="75"/>
                    <a:pt x="28" y="75"/>
                  </a:cubicBezTo>
                  <a:cubicBezTo>
                    <a:pt x="23" y="75"/>
                    <a:pt x="22" y="75"/>
                    <a:pt x="20" y="75"/>
                  </a:cubicBezTo>
                  <a:cubicBezTo>
                    <a:pt x="33" y="38"/>
                    <a:pt x="62" y="16"/>
                    <a:pt x="95" y="16"/>
                  </a:cubicBezTo>
                  <a:cubicBezTo>
                    <a:pt x="145" y="16"/>
                    <a:pt x="168" y="64"/>
                    <a:pt x="168" y="111"/>
                  </a:cubicBezTo>
                  <a:cubicBezTo>
                    <a:pt x="168" y="157"/>
                    <a:pt x="140" y="203"/>
                    <a:pt x="111" y="237"/>
                  </a:cubicBezTo>
                  <a:cubicBezTo>
                    <a:pt x="76" y="279"/>
                    <a:pt x="41" y="320"/>
                    <a:pt x="6" y="362"/>
                  </a:cubicBezTo>
                  <a:cubicBezTo>
                    <a:pt x="0" y="367"/>
                    <a:pt x="0" y="368"/>
                    <a:pt x="0" y="383"/>
                  </a:cubicBezTo>
                  <a:cubicBezTo>
                    <a:pt x="68" y="383"/>
                    <a:pt x="135" y="383"/>
                    <a:pt x="203" y="383"/>
                  </a:cubicBezTo>
                  <a:cubicBezTo>
                    <a:pt x="208" y="349"/>
                    <a:pt x="213" y="315"/>
                    <a:pt x="218" y="282"/>
                  </a:cubicBezTo>
                  <a:cubicBezTo>
                    <a:pt x="214" y="282"/>
                    <a:pt x="209" y="282"/>
                    <a:pt x="204" y="282"/>
                  </a:cubicBezTo>
                  <a:cubicBezTo>
                    <a:pt x="201" y="300"/>
                    <a:pt x="198" y="324"/>
                    <a:pt x="192" y="334"/>
                  </a:cubicBezTo>
                  <a:cubicBezTo>
                    <a:pt x="189" y="339"/>
                    <a:pt x="153" y="339"/>
                    <a:pt x="140" y="339"/>
                  </a:cubicBezTo>
                  <a:cubicBezTo>
                    <a:pt x="108" y="339"/>
                    <a:pt x="75" y="339"/>
                    <a:pt x="42" y="33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5" name="Freeform 134"/>
            <p:cNvSpPr/>
            <p:nvPr/>
          </p:nvSpPr>
          <p:spPr>
            <a:xfrm>
              <a:off x="1596960" y="11122560"/>
              <a:ext cx="50400" cy="126720"/>
            </a:xfrm>
            <a:custGeom>
              <a:avLst/>
              <a:gdLst>
                <a:gd name="textAreaLeft" fmla="*/ 0 w 50400"/>
                <a:gd name="textAreaRight" fmla="*/ 50760 w 50400"/>
                <a:gd name="textAreaTop" fmla="*/ 0 h 126720"/>
                <a:gd name="textAreaBottom" fmla="*/ 127080 h 126720"/>
              </a:gdLst>
              <a:ahLst/>
              <a:cxnLst/>
              <a:rect l="textAreaLeft" t="textAreaTop" r="textAreaRight" b="textAreaBottom"/>
              <a:pathLst>
                <a:path w="171" h="359">
                  <a:moveTo>
                    <a:pt x="84" y="123"/>
                  </a:moveTo>
                  <a:cubicBezTo>
                    <a:pt x="110" y="123"/>
                    <a:pt x="136" y="123"/>
                    <a:pt x="162" y="123"/>
                  </a:cubicBezTo>
                  <a:cubicBezTo>
                    <a:pt x="162" y="117"/>
                    <a:pt x="162" y="111"/>
                    <a:pt x="162" y="105"/>
                  </a:cubicBezTo>
                  <a:cubicBezTo>
                    <a:pt x="136" y="105"/>
                    <a:pt x="110" y="105"/>
                    <a:pt x="84" y="105"/>
                  </a:cubicBezTo>
                  <a:cubicBezTo>
                    <a:pt x="84" y="70"/>
                    <a:pt x="84" y="35"/>
                    <a:pt x="84" y="0"/>
                  </a:cubicBezTo>
                  <a:cubicBezTo>
                    <a:pt x="79" y="0"/>
                    <a:pt x="75" y="0"/>
                    <a:pt x="70" y="0"/>
                  </a:cubicBezTo>
                  <a:cubicBezTo>
                    <a:pt x="70" y="46"/>
                    <a:pt x="53" y="108"/>
                    <a:pt x="0" y="110"/>
                  </a:cubicBezTo>
                  <a:cubicBezTo>
                    <a:pt x="0" y="114"/>
                    <a:pt x="0" y="118"/>
                    <a:pt x="0" y="123"/>
                  </a:cubicBezTo>
                  <a:cubicBezTo>
                    <a:pt x="15" y="123"/>
                    <a:pt x="31" y="123"/>
                    <a:pt x="47" y="123"/>
                  </a:cubicBezTo>
                  <a:cubicBezTo>
                    <a:pt x="47" y="176"/>
                    <a:pt x="47" y="229"/>
                    <a:pt x="47" y="282"/>
                  </a:cubicBezTo>
                  <a:cubicBezTo>
                    <a:pt x="47" y="352"/>
                    <a:pt x="97" y="359"/>
                    <a:pt x="117" y="359"/>
                  </a:cubicBezTo>
                  <a:cubicBezTo>
                    <a:pt x="156" y="359"/>
                    <a:pt x="171" y="319"/>
                    <a:pt x="171" y="282"/>
                  </a:cubicBezTo>
                  <a:cubicBezTo>
                    <a:pt x="171" y="271"/>
                    <a:pt x="171" y="260"/>
                    <a:pt x="171" y="249"/>
                  </a:cubicBezTo>
                  <a:cubicBezTo>
                    <a:pt x="167" y="249"/>
                    <a:pt x="162" y="249"/>
                    <a:pt x="157" y="249"/>
                  </a:cubicBezTo>
                  <a:cubicBezTo>
                    <a:pt x="157" y="259"/>
                    <a:pt x="157" y="270"/>
                    <a:pt x="157" y="280"/>
                  </a:cubicBezTo>
                  <a:cubicBezTo>
                    <a:pt x="157" y="323"/>
                    <a:pt x="140" y="345"/>
                    <a:pt x="120" y="345"/>
                  </a:cubicBezTo>
                  <a:cubicBezTo>
                    <a:pt x="84" y="345"/>
                    <a:pt x="84" y="293"/>
                    <a:pt x="84" y="283"/>
                  </a:cubicBezTo>
                  <a:cubicBezTo>
                    <a:pt x="84" y="230"/>
                    <a:pt x="84" y="176"/>
                    <a:pt x="84" y="12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6" name="Freeform 135"/>
            <p:cNvSpPr/>
            <p:nvPr/>
          </p:nvSpPr>
          <p:spPr>
            <a:xfrm>
              <a:off x="1663920" y="11158200"/>
              <a:ext cx="54360" cy="89640"/>
            </a:xfrm>
            <a:custGeom>
              <a:avLst/>
              <a:gdLst>
                <a:gd name="textAreaLeft" fmla="*/ 0 w 54360"/>
                <a:gd name="textAreaRight" fmla="*/ 54720 w 5436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184" h="256">
                  <a:moveTo>
                    <a:pt x="75" y="64"/>
                  </a:moveTo>
                  <a:cubicBezTo>
                    <a:pt x="75" y="43"/>
                    <a:pt x="75" y="22"/>
                    <a:pt x="75" y="0"/>
                  </a:cubicBezTo>
                  <a:cubicBezTo>
                    <a:pt x="50" y="2"/>
                    <a:pt x="25" y="5"/>
                    <a:pt x="0" y="7"/>
                  </a:cubicBezTo>
                  <a:cubicBezTo>
                    <a:pt x="0" y="13"/>
                    <a:pt x="0" y="19"/>
                    <a:pt x="0" y="25"/>
                  </a:cubicBezTo>
                  <a:cubicBezTo>
                    <a:pt x="38" y="25"/>
                    <a:pt x="42" y="30"/>
                    <a:pt x="42" y="58"/>
                  </a:cubicBezTo>
                  <a:cubicBezTo>
                    <a:pt x="42" y="109"/>
                    <a:pt x="42" y="160"/>
                    <a:pt x="42" y="211"/>
                  </a:cubicBezTo>
                  <a:cubicBezTo>
                    <a:pt x="42" y="238"/>
                    <a:pt x="36" y="238"/>
                    <a:pt x="0" y="238"/>
                  </a:cubicBezTo>
                  <a:cubicBezTo>
                    <a:pt x="0" y="244"/>
                    <a:pt x="0" y="250"/>
                    <a:pt x="0" y="256"/>
                  </a:cubicBezTo>
                  <a:cubicBezTo>
                    <a:pt x="20" y="254"/>
                    <a:pt x="47" y="254"/>
                    <a:pt x="63" y="254"/>
                  </a:cubicBezTo>
                  <a:cubicBezTo>
                    <a:pt x="84" y="254"/>
                    <a:pt x="109" y="254"/>
                    <a:pt x="131" y="256"/>
                  </a:cubicBezTo>
                  <a:cubicBezTo>
                    <a:pt x="131" y="250"/>
                    <a:pt x="131" y="244"/>
                    <a:pt x="131" y="238"/>
                  </a:cubicBezTo>
                  <a:cubicBezTo>
                    <a:pt x="128" y="238"/>
                    <a:pt x="124" y="238"/>
                    <a:pt x="120" y="238"/>
                  </a:cubicBezTo>
                  <a:cubicBezTo>
                    <a:pt x="80" y="238"/>
                    <a:pt x="78" y="231"/>
                    <a:pt x="78" y="210"/>
                  </a:cubicBezTo>
                  <a:cubicBezTo>
                    <a:pt x="78" y="180"/>
                    <a:pt x="78" y="151"/>
                    <a:pt x="78" y="121"/>
                  </a:cubicBezTo>
                  <a:cubicBezTo>
                    <a:pt x="78" y="64"/>
                    <a:pt x="102" y="13"/>
                    <a:pt x="144" y="13"/>
                  </a:cubicBezTo>
                  <a:cubicBezTo>
                    <a:pt x="147" y="13"/>
                    <a:pt x="147" y="13"/>
                    <a:pt x="148" y="13"/>
                  </a:cubicBezTo>
                  <a:cubicBezTo>
                    <a:pt x="147" y="15"/>
                    <a:pt x="136" y="22"/>
                    <a:pt x="136" y="36"/>
                  </a:cubicBezTo>
                  <a:cubicBezTo>
                    <a:pt x="136" y="53"/>
                    <a:pt x="148" y="61"/>
                    <a:pt x="159" y="61"/>
                  </a:cubicBezTo>
                  <a:cubicBezTo>
                    <a:pt x="170" y="61"/>
                    <a:pt x="184" y="54"/>
                    <a:pt x="184" y="36"/>
                  </a:cubicBezTo>
                  <a:cubicBezTo>
                    <a:pt x="184" y="18"/>
                    <a:pt x="167" y="0"/>
                    <a:pt x="144" y="0"/>
                  </a:cubicBezTo>
                  <a:cubicBezTo>
                    <a:pt x="103" y="0"/>
                    <a:pt x="83" y="40"/>
                    <a:pt x="75" y="64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7" name="Freeform 136"/>
            <p:cNvSpPr/>
            <p:nvPr/>
          </p:nvSpPr>
          <p:spPr>
            <a:xfrm>
              <a:off x="1744200" y="11094120"/>
              <a:ext cx="21240" cy="20448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204480"/>
                <a:gd name="textAreaBottom" fmla="*/ 204840 h 204480"/>
              </a:gdLst>
              <a:ahLst/>
              <a:cxnLst/>
              <a:rect l="textAreaLeft" t="textAreaTop" r="textAreaRight" b="textAreaBottom"/>
              <a:pathLst>
                <a:path w="75" h="575">
                  <a:moveTo>
                    <a:pt x="75" y="575"/>
                  </a:moveTo>
                  <a:cubicBezTo>
                    <a:pt x="75" y="567"/>
                    <a:pt x="75" y="560"/>
                    <a:pt x="75" y="552"/>
                  </a:cubicBezTo>
                  <a:cubicBezTo>
                    <a:pt x="57" y="552"/>
                    <a:pt x="39" y="552"/>
                    <a:pt x="22" y="552"/>
                  </a:cubicBezTo>
                  <a:cubicBezTo>
                    <a:pt x="22" y="376"/>
                    <a:pt x="22" y="200"/>
                    <a:pt x="22" y="23"/>
                  </a:cubicBezTo>
                  <a:cubicBezTo>
                    <a:pt x="39" y="23"/>
                    <a:pt x="57" y="23"/>
                    <a:pt x="75" y="23"/>
                  </a:cubicBezTo>
                  <a:cubicBezTo>
                    <a:pt x="75" y="16"/>
                    <a:pt x="75" y="8"/>
                    <a:pt x="75" y="0"/>
                  </a:cubicBezTo>
                  <a:cubicBezTo>
                    <a:pt x="50" y="0"/>
                    <a:pt x="25" y="0"/>
                    <a:pt x="0" y="0"/>
                  </a:cubicBezTo>
                  <a:cubicBezTo>
                    <a:pt x="0" y="192"/>
                    <a:pt x="0" y="384"/>
                    <a:pt x="0" y="575"/>
                  </a:cubicBezTo>
                  <a:cubicBezTo>
                    <a:pt x="25" y="575"/>
                    <a:pt x="50" y="575"/>
                    <a:pt x="75" y="57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" name="Freeform 137"/>
            <p:cNvSpPr/>
            <p:nvPr/>
          </p:nvSpPr>
          <p:spPr>
            <a:xfrm>
              <a:off x="1781640" y="11108520"/>
              <a:ext cx="95760" cy="139320"/>
            </a:xfrm>
            <a:custGeom>
              <a:avLst/>
              <a:gdLst>
                <a:gd name="textAreaLeft" fmla="*/ 0 w 95760"/>
                <a:gd name="textAreaRight" fmla="*/ 96120 w 95760"/>
                <a:gd name="textAreaTop" fmla="*/ 0 h 139320"/>
                <a:gd name="textAreaBottom" fmla="*/ 139680 h 139320"/>
              </a:gdLst>
              <a:ahLst/>
              <a:cxnLst/>
              <a:rect l="textAreaLeft" t="textAreaTop" r="textAreaRight" b="textAreaBottom"/>
              <a:pathLst>
                <a:path w="320" h="395">
                  <a:moveTo>
                    <a:pt x="311" y="28"/>
                  </a:moveTo>
                  <a:cubicBezTo>
                    <a:pt x="316" y="21"/>
                    <a:pt x="316" y="20"/>
                    <a:pt x="316" y="13"/>
                  </a:cubicBezTo>
                  <a:cubicBezTo>
                    <a:pt x="316" y="0"/>
                    <a:pt x="309" y="0"/>
                    <a:pt x="298" y="0"/>
                  </a:cubicBezTo>
                  <a:cubicBezTo>
                    <a:pt x="204" y="0"/>
                    <a:pt x="110" y="0"/>
                    <a:pt x="16" y="0"/>
                  </a:cubicBezTo>
                  <a:cubicBezTo>
                    <a:pt x="14" y="46"/>
                    <a:pt x="12" y="92"/>
                    <a:pt x="10" y="138"/>
                  </a:cubicBezTo>
                  <a:cubicBezTo>
                    <a:pt x="19" y="138"/>
                    <a:pt x="28" y="138"/>
                    <a:pt x="36" y="138"/>
                  </a:cubicBezTo>
                  <a:cubicBezTo>
                    <a:pt x="39" y="62"/>
                    <a:pt x="77" y="26"/>
                    <a:pt x="153" y="26"/>
                  </a:cubicBezTo>
                  <a:cubicBezTo>
                    <a:pt x="177" y="26"/>
                    <a:pt x="201" y="26"/>
                    <a:pt x="225" y="26"/>
                  </a:cubicBezTo>
                  <a:cubicBezTo>
                    <a:pt x="152" y="139"/>
                    <a:pt x="78" y="251"/>
                    <a:pt x="5" y="364"/>
                  </a:cubicBezTo>
                  <a:cubicBezTo>
                    <a:pt x="0" y="372"/>
                    <a:pt x="0" y="373"/>
                    <a:pt x="0" y="378"/>
                  </a:cubicBezTo>
                  <a:cubicBezTo>
                    <a:pt x="0" y="395"/>
                    <a:pt x="7" y="395"/>
                    <a:pt x="19" y="395"/>
                  </a:cubicBezTo>
                  <a:cubicBezTo>
                    <a:pt x="116" y="395"/>
                    <a:pt x="213" y="395"/>
                    <a:pt x="309" y="395"/>
                  </a:cubicBezTo>
                  <a:cubicBezTo>
                    <a:pt x="313" y="340"/>
                    <a:pt x="317" y="285"/>
                    <a:pt x="320" y="231"/>
                  </a:cubicBezTo>
                  <a:cubicBezTo>
                    <a:pt x="311" y="231"/>
                    <a:pt x="303" y="231"/>
                    <a:pt x="294" y="231"/>
                  </a:cubicBezTo>
                  <a:cubicBezTo>
                    <a:pt x="289" y="295"/>
                    <a:pt x="281" y="365"/>
                    <a:pt x="169" y="365"/>
                  </a:cubicBezTo>
                  <a:cubicBezTo>
                    <a:pt x="143" y="365"/>
                    <a:pt x="118" y="365"/>
                    <a:pt x="92" y="365"/>
                  </a:cubicBezTo>
                  <a:cubicBezTo>
                    <a:pt x="165" y="253"/>
                    <a:pt x="238" y="140"/>
                    <a:pt x="311" y="2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" name="Freeform 138"/>
            <p:cNvSpPr/>
            <p:nvPr/>
          </p:nvSpPr>
          <p:spPr>
            <a:xfrm>
              <a:off x="1897560" y="11062800"/>
              <a:ext cx="42120" cy="12960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129600"/>
                <a:gd name="textAreaBottom" fmla="*/ 129960 h 129600"/>
              </a:gdLst>
              <a:ahLst/>
              <a:cxnLst/>
              <a:rect l="textAreaLeft" t="textAreaTop" r="textAreaRight" b="textAreaBottom"/>
              <a:pathLst>
                <a:path w="142" h="370">
                  <a:moveTo>
                    <a:pt x="75" y="117"/>
                  </a:moveTo>
                  <a:cubicBezTo>
                    <a:pt x="81" y="117"/>
                    <a:pt x="84" y="118"/>
                    <a:pt x="97" y="120"/>
                  </a:cubicBezTo>
                  <a:cubicBezTo>
                    <a:pt x="109" y="125"/>
                    <a:pt x="119" y="126"/>
                    <a:pt x="125" y="126"/>
                  </a:cubicBezTo>
                  <a:cubicBezTo>
                    <a:pt x="140" y="126"/>
                    <a:pt x="142" y="115"/>
                    <a:pt x="142" y="112"/>
                  </a:cubicBezTo>
                  <a:cubicBezTo>
                    <a:pt x="142" y="108"/>
                    <a:pt x="140" y="95"/>
                    <a:pt x="125" y="95"/>
                  </a:cubicBezTo>
                  <a:cubicBezTo>
                    <a:pt x="119" y="95"/>
                    <a:pt x="109" y="97"/>
                    <a:pt x="97" y="102"/>
                  </a:cubicBezTo>
                  <a:cubicBezTo>
                    <a:pt x="84" y="105"/>
                    <a:pt x="81" y="105"/>
                    <a:pt x="75" y="105"/>
                  </a:cubicBezTo>
                  <a:cubicBezTo>
                    <a:pt x="76" y="92"/>
                    <a:pt x="80" y="74"/>
                    <a:pt x="81" y="63"/>
                  </a:cubicBezTo>
                  <a:cubicBezTo>
                    <a:pt x="83" y="54"/>
                    <a:pt x="86" y="33"/>
                    <a:pt x="86" y="20"/>
                  </a:cubicBezTo>
                  <a:cubicBezTo>
                    <a:pt x="86" y="7"/>
                    <a:pt x="81" y="0"/>
                    <a:pt x="70" y="0"/>
                  </a:cubicBezTo>
                  <a:cubicBezTo>
                    <a:pt x="62" y="0"/>
                    <a:pt x="56" y="5"/>
                    <a:pt x="56" y="20"/>
                  </a:cubicBezTo>
                  <a:cubicBezTo>
                    <a:pt x="56" y="33"/>
                    <a:pt x="59" y="53"/>
                    <a:pt x="61" y="68"/>
                  </a:cubicBezTo>
                  <a:cubicBezTo>
                    <a:pt x="62" y="71"/>
                    <a:pt x="66" y="90"/>
                    <a:pt x="66" y="105"/>
                  </a:cubicBezTo>
                  <a:cubicBezTo>
                    <a:pt x="61" y="105"/>
                    <a:pt x="56" y="105"/>
                    <a:pt x="45" y="102"/>
                  </a:cubicBezTo>
                  <a:cubicBezTo>
                    <a:pt x="33" y="97"/>
                    <a:pt x="23" y="95"/>
                    <a:pt x="16" y="95"/>
                  </a:cubicBezTo>
                  <a:cubicBezTo>
                    <a:pt x="2" y="95"/>
                    <a:pt x="0" y="107"/>
                    <a:pt x="0" y="112"/>
                  </a:cubicBezTo>
                  <a:cubicBezTo>
                    <a:pt x="0" y="115"/>
                    <a:pt x="2" y="126"/>
                    <a:pt x="16" y="126"/>
                  </a:cubicBezTo>
                  <a:cubicBezTo>
                    <a:pt x="23" y="126"/>
                    <a:pt x="33" y="125"/>
                    <a:pt x="45" y="120"/>
                  </a:cubicBezTo>
                  <a:cubicBezTo>
                    <a:pt x="56" y="118"/>
                    <a:pt x="61" y="117"/>
                    <a:pt x="66" y="117"/>
                  </a:cubicBezTo>
                  <a:cubicBezTo>
                    <a:pt x="66" y="126"/>
                    <a:pt x="62" y="140"/>
                    <a:pt x="61" y="148"/>
                  </a:cubicBezTo>
                  <a:cubicBezTo>
                    <a:pt x="56" y="172"/>
                    <a:pt x="56" y="176"/>
                    <a:pt x="56" y="197"/>
                  </a:cubicBezTo>
                  <a:cubicBezTo>
                    <a:pt x="56" y="274"/>
                    <a:pt x="62" y="357"/>
                    <a:pt x="64" y="364"/>
                  </a:cubicBezTo>
                  <a:cubicBezTo>
                    <a:pt x="64" y="369"/>
                    <a:pt x="66" y="370"/>
                    <a:pt x="70" y="370"/>
                  </a:cubicBezTo>
                  <a:cubicBezTo>
                    <a:pt x="76" y="370"/>
                    <a:pt x="76" y="369"/>
                    <a:pt x="78" y="362"/>
                  </a:cubicBezTo>
                  <a:cubicBezTo>
                    <a:pt x="80" y="343"/>
                    <a:pt x="81" y="328"/>
                    <a:pt x="83" y="303"/>
                  </a:cubicBezTo>
                  <a:cubicBezTo>
                    <a:pt x="84" y="267"/>
                    <a:pt x="86" y="231"/>
                    <a:pt x="86" y="197"/>
                  </a:cubicBezTo>
                  <a:cubicBezTo>
                    <a:pt x="86" y="176"/>
                    <a:pt x="86" y="172"/>
                    <a:pt x="81" y="146"/>
                  </a:cubicBezTo>
                  <a:cubicBezTo>
                    <a:pt x="80" y="143"/>
                    <a:pt x="76" y="126"/>
                    <a:pt x="75" y="11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0" name="Freeform 139"/>
            <p:cNvSpPr/>
            <p:nvPr/>
          </p:nvSpPr>
          <p:spPr>
            <a:xfrm>
              <a:off x="1975320" y="11094120"/>
              <a:ext cx="37440" cy="20448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204480"/>
                <a:gd name="textAreaBottom" fmla="*/ 204840 h 204480"/>
              </a:gdLst>
              <a:ahLst/>
              <a:cxnLst/>
              <a:rect l="textAreaLeft" t="textAreaTop" r="textAreaRight" b="textAreaBottom"/>
              <a:pathLst>
                <a:path w="128" h="575">
                  <a:moveTo>
                    <a:pt x="128" y="570"/>
                  </a:moveTo>
                  <a:cubicBezTo>
                    <a:pt x="128" y="568"/>
                    <a:pt x="128" y="567"/>
                    <a:pt x="118" y="557"/>
                  </a:cubicBezTo>
                  <a:cubicBezTo>
                    <a:pt x="50" y="485"/>
                    <a:pt x="32" y="377"/>
                    <a:pt x="32" y="289"/>
                  </a:cubicBezTo>
                  <a:cubicBezTo>
                    <a:pt x="32" y="189"/>
                    <a:pt x="53" y="89"/>
                    <a:pt x="120" y="17"/>
                  </a:cubicBezTo>
                  <a:cubicBezTo>
                    <a:pt x="128" y="9"/>
                    <a:pt x="128" y="9"/>
                    <a:pt x="128" y="7"/>
                  </a:cubicBezTo>
                  <a:cubicBezTo>
                    <a:pt x="128" y="2"/>
                    <a:pt x="125" y="0"/>
                    <a:pt x="121" y="0"/>
                  </a:cubicBezTo>
                  <a:cubicBezTo>
                    <a:pt x="117" y="0"/>
                    <a:pt x="67" y="40"/>
                    <a:pt x="34" y="113"/>
                  </a:cubicBezTo>
                  <a:cubicBezTo>
                    <a:pt x="6" y="176"/>
                    <a:pt x="0" y="239"/>
                    <a:pt x="0" y="289"/>
                  </a:cubicBezTo>
                  <a:cubicBezTo>
                    <a:pt x="0" y="333"/>
                    <a:pt x="6" y="403"/>
                    <a:pt x="36" y="467"/>
                  </a:cubicBezTo>
                  <a:cubicBezTo>
                    <a:pt x="68" y="539"/>
                    <a:pt x="117" y="575"/>
                    <a:pt x="121" y="575"/>
                  </a:cubicBezTo>
                  <a:cubicBezTo>
                    <a:pt x="125" y="575"/>
                    <a:pt x="128" y="573"/>
                    <a:pt x="128" y="57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" name="Freeform 140"/>
            <p:cNvSpPr/>
            <p:nvPr/>
          </p:nvSpPr>
          <p:spPr>
            <a:xfrm>
              <a:off x="2030040" y="11105280"/>
              <a:ext cx="130680" cy="142560"/>
            </a:xfrm>
            <a:custGeom>
              <a:avLst/>
              <a:gdLst>
                <a:gd name="textAreaLeft" fmla="*/ 0 w 130680"/>
                <a:gd name="textAreaRight" fmla="*/ 131040 w 130680"/>
                <a:gd name="textAreaTop" fmla="*/ 0 h 142560"/>
                <a:gd name="textAreaBottom" fmla="*/ 142920 h 142560"/>
              </a:gdLst>
              <a:ahLst/>
              <a:cxnLst/>
              <a:rect l="textAreaLeft" t="textAreaTop" r="textAreaRight" b="textAreaBottom"/>
              <a:pathLst>
                <a:path w="432" h="403">
                  <a:moveTo>
                    <a:pt x="238" y="16"/>
                  </a:moveTo>
                  <a:cubicBezTo>
                    <a:pt x="232" y="0"/>
                    <a:pt x="226" y="0"/>
                    <a:pt x="216" y="0"/>
                  </a:cubicBezTo>
                  <a:cubicBezTo>
                    <a:pt x="201" y="0"/>
                    <a:pt x="198" y="5"/>
                    <a:pt x="195" y="16"/>
                  </a:cubicBezTo>
                  <a:cubicBezTo>
                    <a:pt x="149" y="131"/>
                    <a:pt x="104" y="247"/>
                    <a:pt x="59" y="362"/>
                  </a:cubicBezTo>
                  <a:cubicBezTo>
                    <a:pt x="56" y="370"/>
                    <a:pt x="54" y="375"/>
                    <a:pt x="12" y="375"/>
                  </a:cubicBezTo>
                  <a:cubicBezTo>
                    <a:pt x="8" y="375"/>
                    <a:pt x="4" y="375"/>
                    <a:pt x="0" y="375"/>
                  </a:cubicBezTo>
                  <a:cubicBezTo>
                    <a:pt x="0" y="384"/>
                    <a:pt x="0" y="393"/>
                    <a:pt x="0" y="403"/>
                  </a:cubicBezTo>
                  <a:cubicBezTo>
                    <a:pt x="21" y="401"/>
                    <a:pt x="48" y="401"/>
                    <a:pt x="65" y="401"/>
                  </a:cubicBezTo>
                  <a:cubicBezTo>
                    <a:pt x="85" y="401"/>
                    <a:pt x="117" y="401"/>
                    <a:pt x="137" y="403"/>
                  </a:cubicBezTo>
                  <a:cubicBezTo>
                    <a:pt x="137" y="393"/>
                    <a:pt x="137" y="384"/>
                    <a:pt x="137" y="375"/>
                  </a:cubicBezTo>
                  <a:cubicBezTo>
                    <a:pt x="135" y="375"/>
                    <a:pt x="89" y="375"/>
                    <a:pt x="89" y="368"/>
                  </a:cubicBezTo>
                  <a:cubicBezTo>
                    <a:pt x="89" y="367"/>
                    <a:pt x="90" y="362"/>
                    <a:pt x="90" y="360"/>
                  </a:cubicBezTo>
                  <a:cubicBezTo>
                    <a:pt x="99" y="337"/>
                    <a:pt x="109" y="314"/>
                    <a:pt x="118" y="291"/>
                  </a:cubicBezTo>
                  <a:cubicBezTo>
                    <a:pt x="167" y="291"/>
                    <a:pt x="216" y="291"/>
                    <a:pt x="265" y="291"/>
                  </a:cubicBezTo>
                  <a:cubicBezTo>
                    <a:pt x="276" y="319"/>
                    <a:pt x="287" y="347"/>
                    <a:pt x="298" y="375"/>
                  </a:cubicBezTo>
                  <a:cubicBezTo>
                    <a:pt x="280" y="375"/>
                    <a:pt x="263" y="375"/>
                    <a:pt x="246" y="375"/>
                  </a:cubicBezTo>
                  <a:cubicBezTo>
                    <a:pt x="246" y="384"/>
                    <a:pt x="246" y="393"/>
                    <a:pt x="246" y="403"/>
                  </a:cubicBezTo>
                  <a:cubicBezTo>
                    <a:pt x="266" y="401"/>
                    <a:pt x="318" y="401"/>
                    <a:pt x="341" y="401"/>
                  </a:cubicBezTo>
                  <a:cubicBezTo>
                    <a:pt x="363" y="401"/>
                    <a:pt x="411" y="401"/>
                    <a:pt x="432" y="403"/>
                  </a:cubicBezTo>
                  <a:cubicBezTo>
                    <a:pt x="432" y="393"/>
                    <a:pt x="432" y="384"/>
                    <a:pt x="432" y="375"/>
                  </a:cubicBezTo>
                  <a:cubicBezTo>
                    <a:pt x="414" y="375"/>
                    <a:pt x="396" y="375"/>
                    <a:pt x="379" y="375"/>
                  </a:cubicBezTo>
                  <a:cubicBezTo>
                    <a:pt x="332" y="255"/>
                    <a:pt x="285" y="136"/>
                    <a:pt x="238" y="16"/>
                  </a:cubicBezTo>
                  <a:moveTo>
                    <a:pt x="192" y="105"/>
                  </a:moveTo>
                  <a:cubicBezTo>
                    <a:pt x="212" y="158"/>
                    <a:pt x="233" y="211"/>
                    <a:pt x="254" y="263"/>
                  </a:cubicBezTo>
                  <a:cubicBezTo>
                    <a:pt x="212" y="263"/>
                    <a:pt x="171" y="263"/>
                    <a:pt x="129" y="263"/>
                  </a:cubicBezTo>
                  <a:cubicBezTo>
                    <a:pt x="150" y="211"/>
                    <a:pt x="171" y="158"/>
                    <a:pt x="192" y="10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" name="Freeform 141"/>
            <p:cNvSpPr/>
            <p:nvPr/>
          </p:nvSpPr>
          <p:spPr>
            <a:xfrm>
              <a:off x="2220480" y="11193840"/>
              <a:ext cx="100440" cy="6120"/>
            </a:xfrm>
            <a:custGeom>
              <a:avLst/>
              <a:gdLst>
                <a:gd name="textAreaLeft" fmla="*/ 0 w 100440"/>
                <a:gd name="textAreaRight" fmla="*/ 100800 w 100440"/>
                <a:gd name="textAreaTop" fmla="*/ 0 h 6120"/>
                <a:gd name="textAreaBottom" fmla="*/ 6480 h 6120"/>
              </a:gdLst>
              <a:ahLst/>
              <a:cxnLst/>
              <a:rect l="textAreaLeft" t="textAreaTop" r="textAreaRight" b="textAreaBottom"/>
              <a:pathLst>
                <a:path w="335" h="23">
                  <a:moveTo>
                    <a:pt x="315" y="23"/>
                  </a:moveTo>
                  <a:cubicBezTo>
                    <a:pt x="324" y="23"/>
                    <a:pt x="335" y="23"/>
                    <a:pt x="335" y="12"/>
                  </a:cubicBezTo>
                  <a:cubicBezTo>
                    <a:pt x="335" y="0"/>
                    <a:pt x="324" y="0"/>
                    <a:pt x="315" y="0"/>
                  </a:cubicBezTo>
                  <a:cubicBezTo>
                    <a:pt x="216" y="0"/>
                    <a:pt x="118" y="0"/>
                    <a:pt x="19" y="0"/>
                  </a:cubicBezTo>
                  <a:cubicBezTo>
                    <a:pt x="9" y="0"/>
                    <a:pt x="0" y="0"/>
                    <a:pt x="0" y="12"/>
                  </a:cubicBezTo>
                  <a:cubicBezTo>
                    <a:pt x="0" y="23"/>
                    <a:pt x="9" y="23"/>
                    <a:pt x="19" y="23"/>
                  </a:cubicBezTo>
                  <a:cubicBezTo>
                    <a:pt x="118" y="23"/>
                    <a:pt x="216" y="23"/>
                    <a:pt x="315" y="2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8520" rIns="90000" bIns="-3852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3" name="Freeform 142"/>
            <p:cNvSpPr/>
            <p:nvPr/>
          </p:nvSpPr>
          <p:spPr>
            <a:xfrm>
              <a:off x="2381400" y="11105280"/>
              <a:ext cx="129600" cy="142560"/>
            </a:xfrm>
            <a:custGeom>
              <a:avLst/>
              <a:gdLst>
                <a:gd name="textAreaLeft" fmla="*/ 0 w 129600"/>
                <a:gd name="textAreaRight" fmla="*/ 129960 w 129600"/>
                <a:gd name="textAreaTop" fmla="*/ 0 h 142560"/>
                <a:gd name="textAreaBottom" fmla="*/ 142920 h 142560"/>
              </a:gdLst>
              <a:ahLst/>
              <a:cxnLst/>
              <a:rect l="textAreaLeft" t="textAreaTop" r="textAreaRight" b="textAreaBottom"/>
              <a:pathLst>
                <a:path w="430" h="403">
                  <a:moveTo>
                    <a:pt x="237" y="16"/>
                  </a:moveTo>
                  <a:cubicBezTo>
                    <a:pt x="230" y="0"/>
                    <a:pt x="224" y="0"/>
                    <a:pt x="215" y="0"/>
                  </a:cubicBezTo>
                  <a:cubicBezTo>
                    <a:pt x="199" y="0"/>
                    <a:pt x="196" y="5"/>
                    <a:pt x="193" y="16"/>
                  </a:cubicBezTo>
                  <a:cubicBezTo>
                    <a:pt x="148" y="131"/>
                    <a:pt x="103" y="247"/>
                    <a:pt x="57" y="362"/>
                  </a:cubicBezTo>
                  <a:cubicBezTo>
                    <a:pt x="54" y="370"/>
                    <a:pt x="53" y="375"/>
                    <a:pt x="11" y="375"/>
                  </a:cubicBezTo>
                  <a:cubicBezTo>
                    <a:pt x="7" y="375"/>
                    <a:pt x="3" y="375"/>
                    <a:pt x="0" y="375"/>
                  </a:cubicBezTo>
                  <a:cubicBezTo>
                    <a:pt x="0" y="384"/>
                    <a:pt x="0" y="393"/>
                    <a:pt x="0" y="403"/>
                  </a:cubicBezTo>
                  <a:cubicBezTo>
                    <a:pt x="20" y="401"/>
                    <a:pt x="46" y="401"/>
                    <a:pt x="64" y="401"/>
                  </a:cubicBezTo>
                  <a:cubicBezTo>
                    <a:pt x="84" y="401"/>
                    <a:pt x="115" y="401"/>
                    <a:pt x="135" y="403"/>
                  </a:cubicBezTo>
                  <a:cubicBezTo>
                    <a:pt x="135" y="393"/>
                    <a:pt x="135" y="384"/>
                    <a:pt x="135" y="375"/>
                  </a:cubicBezTo>
                  <a:cubicBezTo>
                    <a:pt x="134" y="375"/>
                    <a:pt x="87" y="375"/>
                    <a:pt x="87" y="368"/>
                  </a:cubicBezTo>
                  <a:cubicBezTo>
                    <a:pt x="87" y="367"/>
                    <a:pt x="89" y="362"/>
                    <a:pt x="89" y="360"/>
                  </a:cubicBezTo>
                  <a:cubicBezTo>
                    <a:pt x="98" y="337"/>
                    <a:pt x="107" y="314"/>
                    <a:pt x="117" y="291"/>
                  </a:cubicBezTo>
                  <a:cubicBezTo>
                    <a:pt x="165" y="291"/>
                    <a:pt x="214" y="291"/>
                    <a:pt x="263" y="291"/>
                  </a:cubicBezTo>
                  <a:cubicBezTo>
                    <a:pt x="274" y="319"/>
                    <a:pt x="285" y="347"/>
                    <a:pt x="296" y="375"/>
                  </a:cubicBezTo>
                  <a:cubicBezTo>
                    <a:pt x="279" y="375"/>
                    <a:pt x="262" y="375"/>
                    <a:pt x="245" y="375"/>
                  </a:cubicBezTo>
                  <a:cubicBezTo>
                    <a:pt x="245" y="384"/>
                    <a:pt x="245" y="393"/>
                    <a:pt x="245" y="403"/>
                  </a:cubicBezTo>
                  <a:cubicBezTo>
                    <a:pt x="265" y="401"/>
                    <a:pt x="316" y="401"/>
                    <a:pt x="340" y="401"/>
                  </a:cubicBezTo>
                  <a:cubicBezTo>
                    <a:pt x="363" y="401"/>
                    <a:pt x="410" y="401"/>
                    <a:pt x="430" y="403"/>
                  </a:cubicBezTo>
                  <a:cubicBezTo>
                    <a:pt x="430" y="393"/>
                    <a:pt x="430" y="384"/>
                    <a:pt x="430" y="375"/>
                  </a:cubicBezTo>
                  <a:cubicBezTo>
                    <a:pt x="412" y="375"/>
                    <a:pt x="395" y="375"/>
                    <a:pt x="377" y="375"/>
                  </a:cubicBezTo>
                  <a:cubicBezTo>
                    <a:pt x="330" y="255"/>
                    <a:pt x="284" y="136"/>
                    <a:pt x="237" y="16"/>
                  </a:cubicBezTo>
                  <a:moveTo>
                    <a:pt x="190" y="105"/>
                  </a:moveTo>
                  <a:cubicBezTo>
                    <a:pt x="211" y="158"/>
                    <a:pt x="232" y="211"/>
                    <a:pt x="252" y="263"/>
                  </a:cubicBezTo>
                  <a:cubicBezTo>
                    <a:pt x="211" y="263"/>
                    <a:pt x="169" y="263"/>
                    <a:pt x="128" y="263"/>
                  </a:cubicBezTo>
                  <a:cubicBezTo>
                    <a:pt x="148" y="211"/>
                    <a:pt x="169" y="158"/>
                    <a:pt x="190" y="10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4" name="Freeform 143"/>
            <p:cNvSpPr/>
            <p:nvPr/>
          </p:nvSpPr>
          <p:spPr>
            <a:xfrm>
              <a:off x="2529000" y="11062800"/>
              <a:ext cx="41760" cy="12960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0 h 129600"/>
                <a:gd name="textAreaBottom" fmla="*/ 129960 h 129600"/>
              </a:gdLst>
              <a:ahLst/>
              <a:cxnLst/>
              <a:rect l="textAreaLeft" t="textAreaTop" r="textAreaRight" b="textAreaBottom"/>
              <a:pathLst>
                <a:path w="142" h="370">
                  <a:moveTo>
                    <a:pt x="75" y="117"/>
                  </a:moveTo>
                  <a:cubicBezTo>
                    <a:pt x="81" y="117"/>
                    <a:pt x="84" y="118"/>
                    <a:pt x="97" y="120"/>
                  </a:cubicBezTo>
                  <a:cubicBezTo>
                    <a:pt x="108" y="125"/>
                    <a:pt x="117" y="126"/>
                    <a:pt x="125" y="126"/>
                  </a:cubicBezTo>
                  <a:cubicBezTo>
                    <a:pt x="141" y="126"/>
                    <a:pt x="142" y="115"/>
                    <a:pt x="142" y="112"/>
                  </a:cubicBezTo>
                  <a:cubicBezTo>
                    <a:pt x="142" y="108"/>
                    <a:pt x="141" y="95"/>
                    <a:pt x="125" y="95"/>
                  </a:cubicBezTo>
                  <a:cubicBezTo>
                    <a:pt x="117" y="95"/>
                    <a:pt x="108" y="97"/>
                    <a:pt x="97" y="102"/>
                  </a:cubicBezTo>
                  <a:cubicBezTo>
                    <a:pt x="84" y="105"/>
                    <a:pt x="81" y="105"/>
                    <a:pt x="75" y="105"/>
                  </a:cubicBezTo>
                  <a:cubicBezTo>
                    <a:pt x="77" y="92"/>
                    <a:pt x="78" y="74"/>
                    <a:pt x="81" y="63"/>
                  </a:cubicBezTo>
                  <a:cubicBezTo>
                    <a:pt x="81" y="54"/>
                    <a:pt x="86" y="33"/>
                    <a:pt x="86" y="20"/>
                  </a:cubicBezTo>
                  <a:cubicBezTo>
                    <a:pt x="86" y="7"/>
                    <a:pt x="80" y="0"/>
                    <a:pt x="70" y="0"/>
                  </a:cubicBezTo>
                  <a:cubicBezTo>
                    <a:pt x="63" y="0"/>
                    <a:pt x="56" y="5"/>
                    <a:pt x="56" y="20"/>
                  </a:cubicBezTo>
                  <a:cubicBezTo>
                    <a:pt x="56" y="33"/>
                    <a:pt x="58" y="53"/>
                    <a:pt x="61" y="68"/>
                  </a:cubicBezTo>
                  <a:cubicBezTo>
                    <a:pt x="61" y="71"/>
                    <a:pt x="66" y="90"/>
                    <a:pt x="66" y="105"/>
                  </a:cubicBezTo>
                  <a:cubicBezTo>
                    <a:pt x="59" y="105"/>
                    <a:pt x="56" y="105"/>
                    <a:pt x="45" y="102"/>
                  </a:cubicBezTo>
                  <a:cubicBezTo>
                    <a:pt x="33" y="97"/>
                    <a:pt x="24" y="95"/>
                    <a:pt x="16" y="95"/>
                  </a:cubicBezTo>
                  <a:cubicBezTo>
                    <a:pt x="2" y="95"/>
                    <a:pt x="0" y="107"/>
                    <a:pt x="0" y="112"/>
                  </a:cubicBezTo>
                  <a:cubicBezTo>
                    <a:pt x="0" y="115"/>
                    <a:pt x="2" y="126"/>
                    <a:pt x="16" y="126"/>
                  </a:cubicBezTo>
                  <a:cubicBezTo>
                    <a:pt x="24" y="126"/>
                    <a:pt x="33" y="125"/>
                    <a:pt x="45" y="120"/>
                  </a:cubicBezTo>
                  <a:cubicBezTo>
                    <a:pt x="56" y="118"/>
                    <a:pt x="59" y="117"/>
                    <a:pt x="66" y="117"/>
                  </a:cubicBezTo>
                  <a:cubicBezTo>
                    <a:pt x="66" y="126"/>
                    <a:pt x="63" y="140"/>
                    <a:pt x="61" y="148"/>
                  </a:cubicBezTo>
                  <a:cubicBezTo>
                    <a:pt x="56" y="172"/>
                    <a:pt x="56" y="176"/>
                    <a:pt x="56" y="197"/>
                  </a:cubicBezTo>
                  <a:cubicBezTo>
                    <a:pt x="56" y="274"/>
                    <a:pt x="63" y="357"/>
                    <a:pt x="64" y="364"/>
                  </a:cubicBezTo>
                  <a:cubicBezTo>
                    <a:pt x="64" y="369"/>
                    <a:pt x="66" y="370"/>
                    <a:pt x="70" y="370"/>
                  </a:cubicBezTo>
                  <a:cubicBezTo>
                    <a:pt x="77" y="370"/>
                    <a:pt x="77" y="369"/>
                    <a:pt x="78" y="362"/>
                  </a:cubicBezTo>
                  <a:cubicBezTo>
                    <a:pt x="79" y="343"/>
                    <a:pt x="81" y="328"/>
                    <a:pt x="81" y="303"/>
                  </a:cubicBezTo>
                  <a:cubicBezTo>
                    <a:pt x="84" y="267"/>
                    <a:pt x="86" y="231"/>
                    <a:pt x="86" y="197"/>
                  </a:cubicBezTo>
                  <a:cubicBezTo>
                    <a:pt x="86" y="176"/>
                    <a:pt x="86" y="172"/>
                    <a:pt x="80" y="146"/>
                  </a:cubicBezTo>
                  <a:cubicBezTo>
                    <a:pt x="80" y="143"/>
                    <a:pt x="77" y="126"/>
                    <a:pt x="75" y="11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" name="Freeform 144"/>
            <p:cNvSpPr/>
            <p:nvPr/>
          </p:nvSpPr>
          <p:spPr>
            <a:xfrm>
              <a:off x="2598840" y="11094120"/>
              <a:ext cx="37440" cy="20448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204480"/>
                <a:gd name="textAreaBottom" fmla="*/ 204840 h 204480"/>
              </a:gdLst>
              <a:ahLst/>
              <a:cxnLst/>
              <a:rect l="textAreaLeft" t="textAreaTop" r="textAreaRight" b="textAreaBottom"/>
              <a:pathLst>
                <a:path w="128" h="575">
                  <a:moveTo>
                    <a:pt x="128" y="289"/>
                  </a:moveTo>
                  <a:cubicBezTo>
                    <a:pt x="128" y="243"/>
                    <a:pt x="122" y="174"/>
                    <a:pt x="91" y="109"/>
                  </a:cubicBezTo>
                  <a:cubicBezTo>
                    <a:pt x="58" y="38"/>
                    <a:pt x="11" y="0"/>
                    <a:pt x="7" y="0"/>
                  </a:cubicBezTo>
                  <a:cubicBezTo>
                    <a:pt x="4" y="0"/>
                    <a:pt x="0" y="4"/>
                    <a:pt x="0" y="7"/>
                  </a:cubicBezTo>
                  <a:cubicBezTo>
                    <a:pt x="0" y="9"/>
                    <a:pt x="0" y="9"/>
                    <a:pt x="11" y="20"/>
                  </a:cubicBezTo>
                  <a:cubicBezTo>
                    <a:pt x="64" y="77"/>
                    <a:pt x="96" y="167"/>
                    <a:pt x="96" y="289"/>
                  </a:cubicBezTo>
                  <a:cubicBezTo>
                    <a:pt x="96" y="387"/>
                    <a:pt x="75" y="488"/>
                    <a:pt x="8" y="560"/>
                  </a:cubicBezTo>
                  <a:cubicBezTo>
                    <a:pt x="0" y="567"/>
                    <a:pt x="0" y="568"/>
                    <a:pt x="0" y="570"/>
                  </a:cubicBezTo>
                  <a:cubicBezTo>
                    <a:pt x="0" y="573"/>
                    <a:pt x="4" y="575"/>
                    <a:pt x="7" y="575"/>
                  </a:cubicBezTo>
                  <a:cubicBezTo>
                    <a:pt x="11" y="575"/>
                    <a:pt x="61" y="537"/>
                    <a:pt x="94" y="464"/>
                  </a:cubicBezTo>
                  <a:cubicBezTo>
                    <a:pt x="121" y="400"/>
                    <a:pt x="128" y="336"/>
                    <a:pt x="128" y="28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" name="Freeform 145"/>
            <p:cNvSpPr/>
            <p:nvPr/>
          </p:nvSpPr>
          <p:spPr>
            <a:xfrm>
              <a:off x="2658240" y="11094120"/>
              <a:ext cx="21600" cy="20448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204480"/>
                <a:gd name="textAreaBottom" fmla="*/ 204840 h 204480"/>
              </a:gdLst>
              <a:ahLst/>
              <a:cxnLst/>
              <a:rect l="textAreaLeft" t="textAreaTop" r="textAreaRight" b="textAreaBottom"/>
              <a:pathLst>
                <a:path w="76" h="575">
                  <a:moveTo>
                    <a:pt x="76" y="0"/>
                  </a:moveTo>
                  <a:cubicBezTo>
                    <a:pt x="51" y="0"/>
                    <a:pt x="25" y="0"/>
                    <a:pt x="0" y="0"/>
                  </a:cubicBezTo>
                  <a:cubicBezTo>
                    <a:pt x="0" y="8"/>
                    <a:pt x="0" y="16"/>
                    <a:pt x="0" y="23"/>
                  </a:cubicBezTo>
                  <a:cubicBezTo>
                    <a:pt x="18" y="23"/>
                    <a:pt x="36" y="23"/>
                    <a:pt x="54" y="23"/>
                  </a:cubicBezTo>
                  <a:cubicBezTo>
                    <a:pt x="54" y="200"/>
                    <a:pt x="54" y="376"/>
                    <a:pt x="54" y="552"/>
                  </a:cubicBezTo>
                  <a:cubicBezTo>
                    <a:pt x="36" y="552"/>
                    <a:pt x="18" y="552"/>
                    <a:pt x="0" y="552"/>
                  </a:cubicBezTo>
                  <a:cubicBezTo>
                    <a:pt x="0" y="560"/>
                    <a:pt x="0" y="567"/>
                    <a:pt x="0" y="575"/>
                  </a:cubicBezTo>
                  <a:cubicBezTo>
                    <a:pt x="25" y="575"/>
                    <a:pt x="51" y="575"/>
                    <a:pt x="76" y="575"/>
                  </a:cubicBezTo>
                  <a:cubicBezTo>
                    <a:pt x="76" y="384"/>
                    <a:pt x="76" y="192"/>
                    <a:pt x="7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7" name="Freeform 146"/>
            <p:cNvSpPr/>
            <p:nvPr/>
          </p:nvSpPr>
          <p:spPr>
            <a:xfrm>
              <a:off x="2752920" y="11193840"/>
              <a:ext cx="99720" cy="6120"/>
            </a:xfrm>
            <a:custGeom>
              <a:avLst/>
              <a:gdLst>
                <a:gd name="textAreaLeft" fmla="*/ 0 w 99720"/>
                <a:gd name="textAreaRight" fmla="*/ 100080 w 99720"/>
                <a:gd name="textAreaTop" fmla="*/ 0 h 6120"/>
                <a:gd name="textAreaBottom" fmla="*/ 6480 h 6120"/>
              </a:gdLst>
              <a:ahLst/>
              <a:cxnLst/>
              <a:rect l="textAreaLeft" t="textAreaTop" r="textAreaRight" b="textAreaBottom"/>
              <a:pathLst>
                <a:path w="333" h="23">
                  <a:moveTo>
                    <a:pt x="315" y="23"/>
                  </a:moveTo>
                  <a:cubicBezTo>
                    <a:pt x="324" y="23"/>
                    <a:pt x="333" y="23"/>
                    <a:pt x="333" y="12"/>
                  </a:cubicBezTo>
                  <a:cubicBezTo>
                    <a:pt x="333" y="0"/>
                    <a:pt x="324" y="0"/>
                    <a:pt x="315" y="0"/>
                  </a:cubicBezTo>
                  <a:cubicBezTo>
                    <a:pt x="216" y="0"/>
                    <a:pt x="117" y="0"/>
                    <a:pt x="18" y="0"/>
                  </a:cubicBezTo>
                  <a:cubicBezTo>
                    <a:pt x="9" y="0"/>
                    <a:pt x="0" y="0"/>
                    <a:pt x="0" y="12"/>
                  </a:cubicBezTo>
                  <a:cubicBezTo>
                    <a:pt x="0" y="23"/>
                    <a:pt x="9" y="23"/>
                    <a:pt x="18" y="23"/>
                  </a:cubicBezTo>
                  <a:cubicBezTo>
                    <a:pt x="117" y="23"/>
                    <a:pt x="216" y="23"/>
                    <a:pt x="315" y="2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8520" rIns="90000" bIns="-3852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8" name="Freeform 147"/>
            <p:cNvSpPr/>
            <p:nvPr/>
          </p:nvSpPr>
          <p:spPr>
            <a:xfrm>
              <a:off x="2909880" y="11122560"/>
              <a:ext cx="50040" cy="126720"/>
            </a:xfrm>
            <a:custGeom>
              <a:avLst/>
              <a:gdLst>
                <a:gd name="textAreaLeft" fmla="*/ 0 w 50040"/>
                <a:gd name="textAreaRight" fmla="*/ 50400 w 50040"/>
                <a:gd name="textAreaTop" fmla="*/ 0 h 126720"/>
                <a:gd name="textAreaBottom" fmla="*/ 127080 h 126720"/>
              </a:gdLst>
              <a:ahLst/>
              <a:cxnLst/>
              <a:rect l="textAreaLeft" t="textAreaTop" r="textAreaRight" b="textAreaBottom"/>
              <a:pathLst>
                <a:path w="171" h="359">
                  <a:moveTo>
                    <a:pt x="84" y="123"/>
                  </a:moveTo>
                  <a:cubicBezTo>
                    <a:pt x="110" y="123"/>
                    <a:pt x="136" y="123"/>
                    <a:pt x="162" y="123"/>
                  </a:cubicBezTo>
                  <a:cubicBezTo>
                    <a:pt x="162" y="117"/>
                    <a:pt x="162" y="111"/>
                    <a:pt x="162" y="105"/>
                  </a:cubicBezTo>
                  <a:cubicBezTo>
                    <a:pt x="136" y="105"/>
                    <a:pt x="110" y="105"/>
                    <a:pt x="84" y="105"/>
                  </a:cubicBezTo>
                  <a:cubicBezTo>
                    <a:pt x="84" y="70"/>
                    <a:pt x="84" y="35"/>
                    <a:pt x="84" y="0"/>
                  </a:cubicBezTo>
                  <a:cubicBezTo>
                    <a:pt x="79" y="0"/>
                    <a:pt x="75" y="0"/>
                    <a:pt x="70" y="0"/>
                  </a:cubicBezTo>
                  <a:cubicBezTo>
                    <a:pt x="70" y="46"/>
                    <a:pt x="53" y="108"/>
                    <a:pt x="0" y="110"/>
                  </a:cubicBezTo>
                  <a:cubicBezTo>
                    <a:pt x="0" y="114"/>
                    <a:pt x="0" y="118"/>
                    <a:pt x="0" y="123"/>
                  </a:cubicBezTo>
                  <a:cubicBezTo>
                    <a:pt x="15" y="123"/>
                    <a:pt x="30" y="123"/>
                    <a:pt x="45" y="123"/>
                  </a:cubicBezTo>
                  <a:cubicBezTo>
                    <a:pt x="45" y="176"/>
                    <a:pt x="45" y="229"/>
                    <a:pt x="45" y="282"/>
                  </a:cubicBezTo>
                  <a:cubicBezTo>
                    <a:pt x="45" y="352"/>
                    <a:pt x="97" y="359"/>
                    <a:pt x="117" y="359"/>
                  </a:cubicBezTo>
                  <a:cubicBezTo>
                    <a:pt x="156" y="359"/>
                    <a:pt x="171" y="319"/>
                    <a:pt x="171" y="282"/>
                  </a:cubicBezTo>
                  <a:cubicBezTo>
                    <a:pt x="171" y="271"/>
                    <a:pt x="171" y="260"/>
                    <a:pt x="171" y="249"/>
                  </a:cubicBezTo>
                  <a:cubicBezTo>
                    <a:pt x="167" y="249"/>
                    <a:pt x="162" y="249"/>
                    <a:pt x="157" y="249"/>
                  </a:cubicBezTo>
                  <a:cubicBezTo>
                    <a:pt x="157" y="259"/>
                    <a:pt x="157" y="270"/>
                    <a:pt x="157" y="280"/>
                  </a:cubicBezTo>
                  <a:cubicBezTo>
                    <a:pt x="157" y="323"/>
                    <a:pt x="140" y="345"/>
                    <a:pt x="120" y="345"/>
                  </a:cubicBezTo>
                  <a:cubicBezTo>
                    <a:pt x="84" y="345"/>
                    <a:pt x="84" y="293"/>
                    <a:pt x="84" y="283"/>
                  </a:cubicBezTo>
                  <a:cubicBezTo>
                    <a:pt x="84" y="230"/>
                    <a:pt x="84" y="176"/>
                    <a:pt x="84" y="12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9" name="Freeform 148"/>
            <p:cNvSpPr/>
            <p:nvPr/>
          </p:nvSpPr>
          <p:spPr>
            <a:xfrm>
              <a:off x="2975760" y="11158200"/>
              <a:ext cx="55080" cy="89640"/>
            </a:xfrm>
            <a:custGeom>
              <a:avLst/>
              <a:gdLst>
                <a:gd name="textAreaLeft" fmla="*/ 0 w 55080"/>
                <a:gd name="textAreaRight" fmla="*/ 55440 w 55080"/>
                <a:gd name="textAreaTop" fmla="*/ 0 h 89640"/>
                <a:gd name="textAreaBottom" fmla="*/ 90000 h 89640"/>
              </a:gdLst>
              <a:ahLst/>
              <a:cxnLst/>
              <a:rect l="textAreaLeft" t="textAreaTop" r="textAreaRight" b="textAreaBottom"/>
              <a:pathLst>
                <a:path w="185" h="256">
                  <a:moveTo>
                    <a:pt x="76" y="64"/>
                  </a:moveTo>
                  <a:cubicBezTo>
                    <a:pt x="76" y="43"/>
                    <a:pt x="76" y="22"/>
                    <a:pt x="76" y="0"/>
                  </a:cubicBezTo>
                  <a:cubicBezTo>
                    <a:pt x="51" y="2"/>
                    <a:pt x="25" y="5"/>
                    <a:pt x="0" y="7"/>
                  </a:cubicBezTo>
                  <a:cubicBezTo>
                    <a:pt x="0" y="13"/>
                    <a:pt x="0" y="19"/>
                    <a:pt x="0" y="25"/>
                  </a:cubicBezTo>
                  <a:cubicBezTo>
                    <a:pt x="39" y="25"/>
                    <a:pt x="43" y="30"/>
                    <a:pt x="43" y="58"/>
                  </a:cubicBezTo>
                  <a:cubicBezTo>
                    <a:pt x="43" y="109"/>
                    <a:pt x="43" y="160"/>
                    <a:pt x="43" y="211"/>
                  </a:cubicBezTo>
                  <a:cubicBezTo>
                    <a:pt x="43" y="238"/>
                    <a:pt x="37" y="238"/>
                    <a:pt x="0" y="238"/>
                  </a:cubicBezTo>
                  <a:cubicBezTo>
                    <a:pt x="0" y="244"/>
                    <a:pt x="0" y="250"/>
                    <a:pt x="0" y="256"/>
                  </a:cubicBezTo>
                  <a:cubicBezTo>
                    <a:pt x="21" y="254"/>
                    <a:pt x="48" y="254"/>
                    <a:pt x="62" y="254"/>
                  </a:cubicBezTo>
                  <a:cubicBezTo>
                    <a:pt x="85" y="254"/>
                    <a:pt x="110" y="254"/>
                    <a:pt x="132" y="256"/>
                  </a:cubicBezTo>
                  <a:cubicBezTo>
                    <a:pt x="132" y="250"/>
                    <a:pt x="132" y="244"/>
                    <a:pt x="132" y="238"/>
                  </a:cubicBezTo>
                  <a:cubicBezTo>
                    <a:pt x="129" y="238"/>
                    <a:pt x="125" y="238"/>
                    <a:pt x="121" y="238"/>
                  </a:cubicBezTo>
                  <a:cubicBezTo>
                    <a:pt x="81" y="238"/>
                    <a:pt x="79" y="231"/>
                    <a:pt x="79" y="210"/>
                  </a:cubicBezTo>
                  <a:cubicBezTo>
                    <a:pt x="79" y="180"/>
                    <a:pt x="79" y="151"/>
                    <a:pt x="79" y="121"/>
                  </a:cubicBezTo>
                  <a:cubicBezTo>
                    <a:pt x="79" y="64"/>
                    <a:pt x="103" y="13"/>
                    <a:pt x="145" y="13"/>
                  </a:cubicBezTo>
                  <a:cubicBezTo>
                    <a:pt x="148" y="13"/>
                    <a:pt x="148" y="13"/>
                    <a:pt x="149" y="13"/>
                  </a:cubicBezTo>
                  <a:cubicBezTo>
                    <a:pt x="148" y="15"/>
                    <a:pt x="137" y="22"/>
                    <a:pt x="137" y="36"/>
                  </a:cubicBezTo>
                  <a:cubicBezTo>
                    <a:pt x="137" y="53"/>
                    <a:pt x="149" y="61"/>
                    <a:pt x="160" y="61"/>
                  </a:cubicBezTo>
                  <a:cubicBezTo>
                    <a:pt x="171" y="61"/>
                    <a:pt x="185" y="54"/>
                    <a:pt x="185" y="36"/>
                  </a:cubicBezTo>
                  <a:cubicBezTo>
                    <a:pt x="185" y="18"/>
                    <a:pt x="168" y="0"/>
                    <a:pt x="145" y="0"/>
                  </a:cubicBezTo>
                  <a:cubicBezTo>
                    <a:pt x="104" y="0"/>
                    <a:pt x="84" y="40"/>
                    <a:pt x="76" y="64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0" name="Freeform 149"/>
            <p:cNvSpPr/>
            <p:nvPr/>
          </p:nvSpPr>
          <p:spPr>
            <a:xfrm>
              <a:off x="3057120" y="11094120"/>
              <a:ext cx="21240" cy="20448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204480"/>
                <a:gd name="textAreaBottom" fmla="*/ 204840 h 204480"/>
              </a:gdLst>
              <a:ahLst/>
              <a:cxnLst/>
              <a:rect l="textAreaLeft" t="textAreaTop" r="textAreaRight" b="textAreaBottom"/>
              <a:pathLst>
                <a:path w="75" h="575">
                  <a:moveTo>
                    <a:pt x="75" y="575"/>
                  </a:moveTo>
                  <a:cubicBezTo>
                    <a:pt x="75" y="567"/>
                    <a:pt x="75" y="560"/>
                    <a:pt x="75" y="552"/>
                  </a:cubicBezTo>
                  <a:cubicBezTo>
                    <a:pt x="57" y="552"/>
                    <a:pt x="39" y="552"/>
                    <a:pt x="22" y="552"/>
                  </a:cubicBezTo>
                  <a:cubicBezTo>
                    <a:pt x="22" y="376"/>
                    <a:pt x="22" y="200"/>
                    <a:pt x="22" y="23"/>
                  </a:cubicBezTo>
                  <a:cubicBezTo>
                    <a:pt x="39" y="23"/>
                    <a:pt x="57" y="23"/>
                    <a:pt x="75" y="23"/>
                  </a:cubicBezTo>
                  <a:cubicBezTo>
                    <a:pt x="75" y="16"/>
                    <a:pt x="75" y="8"/>
                    <a:pt x="75" y="0"/>
                  </a:cubicBezTo>
                  <a:cubicBezTo>
                    <a:pt x="50" y="0"/>
                    <a:pt x="25" y="0"/>
                    <a:pt x="0" y="0"/>
                  </a:cubicBezTo>
                  <a:cubicBezTo>
                    <a:pt x="0" y="192"/>
                    <a:pt x="0" y="384"/>
                    <a:pt x="0" y="575"/>
                  </a:cubicBezTo>
                  <a:cubicBezTo>
                    <a:pt x="25" y="575"/>
                    <a:pt x="50" y="575"/>
                    <a:pt x="75" y="57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1" name="Freeform 150"/>
            <p:cNvSpPr/>
            <p:nvPr/>
          </p:nvSpPr>
          <p:spPr>
            <a:xfrm>
              <a:off x="3089520" y="11108520"/>
              <a:ext cx="131760" cy="139320"/>
            </a:xfrm>
            <a:custGeom>
              <a:avLst/>
              <a:gdLst>
                <a:gd name="textAreaLeft" fmla="*/ 0 w 131760"/>
                <a:gd name="textAreaRight" fmla="*/ 132120 w 131760"/>
                <a:gd name="textAreaTop" fmla="*/ 0 h 139320"/>
                <a:gd name="textAreaBottom" fmla="*/ 139680 h 139320"/>
              </a:gdLst>
              <a:ahLst/>
              <a:cxnLst/>
              <a:rect l="textAreaLeft" t="textAreaTop" r="textAreaRight" b="textAreaBottom"/>
              <a:pathLst>
                <a:path w="438" h="395">
                  <a:moveTo>
                    <a:pt x="246" y="165"/>
                  </a:moveTo>
                  <a:cubicBezTo>
                    <a:pt x="277" y="123"/>
                    <a:pt x="308" y="81"/>
                    <a:pt x="338" y="39"/>
                  </a:cubicBezTo>
                  <a:cubicBezTo>
                    <a:pt x="345" y="31"/>
                    <a:pt x="345" y="30"/>
                    <a:pt x="365" y="28"/>
                  </a:cubicBezTo>
                  <a:cubicBezTo>
                    <a:pt x="377" y="26"/>
                    <a:pt x="380" y="26"/>
                    <a:pt x="396" y="26"/>
                  </a:cubicBezTo>
                  <a:cubicBezTo>
                    <a:pt x="401" y="26"/>
                    <a:pt x="406" y="26"/>
                    <a:pt x="412" y="26"/>
                  </a:cubicBezTo>
                  <a:cubicBezTo>
                    <a:pt x="412" y="18"/>
                    <a:pt x="412" y="9"/>
                    <a:pt x="412" y="0"/>
                  </a:cubicBezTo>
                  <a:cubicBezTo>
                    <a:pt x="388" y="2"/>
                    <a:pt x="362" y="2"/>
                    <a:pt x="338" y="2"/>
                  </a:cubicBezTo>
                  <a:cubicBezTo>
                    <a:pt x="317" y="2"/>
                    <a:pt x="274" y="2"/>
                    <a:pt x="256" y="0"/>
                  </a:cubicBezTo>
                  <a:cubicBezTo>
                    <a:pt x="256" y="9"/>
                    <a:pt x="256" y="18"/>
                    <a:pt x="256" y="26"/>
                  </a:cubicBezTo>
                  <a:cubicBezTo>
                    <a:pt x="265" y="26"/>
                    <a:pt x="287" y="26"/>
                    <a:pt x="306" y="33"/>
                  </a:cubicBezTo>
                  <a:cubicBezTo>
                    <a:pt x="306" y="34"/>
                    <a:pt x="302" y="38"/>
                    <a:pt x="301" y="39"/>
                  </a:cubicBezTo>
                  <a:cubicBezTo>
                    <a:pt x="277" y="73"/>
                    <a:pt x="253" y="106"/>
                    <a:pt x="229" y="139"/>
                  </a:cubicBezTo>
                  <a:cubicBezTo>
                    <a:pt x="203" y="102"/>
                    <a:pt x="176" y="64"/>
                    <a:pt x="150" y="26"/>
                  </a:cubicBezTo>
                  <a:cubicBezTo>
                    <a:pt x="165" y="26"/>
                    <a:pt x="181" y="26"/>
                    <a:pt x="196" y="26"/>
                  </a:cubicBezTo>
                  <a:cubicBezTo>
                    <a:pt x="196" y="18"/>
                    <a:pt x="196" y="9"/>
                    <a:pt x="196" y="0"/>
                  </a:cubicBezTo>
                  <a:cubicBezTo>
                    <a:pt x="173" y="2"/>
                    <a:pt x="122" y="2"/>
                    <a:pt x="97" y="2"/>
                  </a:cubicBezTo>
                  <a:cubicBezTo>
                    <a:pt x="75" y="2"/>
                    <a:pt x="26" y="2"/>
                    <a:pt x="8" y="0"/>
                  </a:cubicBezTo>
                  <a:cubicBezTo>
                    <a:pt x="8" y="9"/>
                    <a:pt x="8" y="18"/>
                    <a:pt x="8" y="26"/>
                  </a:cubicBezTo>
                  <a:cubicBezTo>
                    <a:pt x="26" y="26"/>
                    <a:pt x="44" y="26"/>
                    <a:pt x="62" y="26"/>
                  </a:cubicBezTo>
                  <a:cubicBezTo>
                    <a:pt x="103" y="85"/>
                    <a:pt x="143" y="144"/>
                    <a:pt x="184" y="203"/>
                  </a:cubicBezTo>
                  <a:cubicBezTo>
                    <a:pt x="147" y="254"/>
                    <a:pt x="110" y="305"/>
                    <a:pt x="73" y="355"/>
                  </a:cubicBezTo>
                  <a:cubicBezTo>
                    <a:pt x="67" y="362"/>
                    <a:pt x="67" y="364"/>
                    <a:pt x="48" y="365"/>
                  </a:cubicBezTo>
                  <a:cubicBezTo>
                    <a:pt x="37" y="367"/>
                    <a:pt x="26" y="367"/>
                    <a:pt x="15" y="367"/>
                  </a:cubicBezTo>
                  <a:cubicBezTo>
                    <a:pt x="10" y="367"/>
                    <a:pt x="5" y="367"/>
                    <a:pt x="0" y="367"/>
                  </a:cubicBezTo>
                  <a:cubicBezTo>
                    <a:pt x="0" y="376"/>
                    <a:pt x="0" y="385"/>
                    <a:pt x="0" y="395"/>
                  </a:cubicBezTo>
                  <a:cubicBezTo>
                    <a:pt x="23" y="393"/>
                    <a:pt x="50" y="393"/>
                    <a:pt x="73" y="393"/>
                  </a:cubicBezTo>
                  <a:cubicBezTo>
                    <a:pt x="95" y="393"/>
                    <a:pt x="137" y="393"/>
                    <a:pt x="156" y="395"/>
                  </a:cubicBezTo>
                  <a:cubicBezTo>
                    <a:pt x="156" y="385"/>
                    <a:pt x="156" y="376"/>
                    <a:pt x="156" y="367"/>
                  </a:cubicBezTo>
                  <a:cubicBezTo>
                    <a:pt x="146" y="367"/>
                    <a:pt x="125" y="367"/>
                    <a:pt x="106" y="360"/>
                  </a:cubicBezTo>
                  <a:cubicBezTo>
                    <a:pt x="107" y="358"/>
                    <a:pt x="109" y="355"/>
                    <a:pt x="111" y="354"/>
                  </a:cubicBezTo>
                  <a:cubicBezTo>
                    <a:pt x="141" y="312"/>
                    <a:pt x="171" y="270"/>
                    <a:pt x="201" y="228"/>
                  </a:cubicBezTo>
                  <a:cubicBezTo>
                    <a:pt x="233" y="274"/>
                    <a:pt x="265" y="320"/>
                    <a:pt x="296" y="367"/>
                  </a:cubicBezTo>
                  <a:cubicBezTo>
                    <a:pt x="281" y="367"/>
                    <a:pt x="266" y="367"/>
                    <a:pt x="251" y="367"/>
                  </a:cubicBezTo>
                  <a:cubicBezTo>
                    <a:pt x="251" y="376"/>
                    <a:pt x="251" y="385"/>
                    <a:pt x="251" y="395"/>
                  </a:cubicBezTo>
                  <a:cubicBezTo>
                    <a:pt x="273" y="393"/>
                    <a:pt x="326" y="393"/>
                    <a:pt x="349" y="393"/>
                  </a:cubicBezTo>
                  <a:cubicBezTo>
                    <a:pt x="371" y="393"/>
                    <a:pt x="419" y="393"/>
                    <a:pt x="438" y="395"/>
                  </a:cubicBezTo>
                  <a:cubicBezTo>
                    <a:pt x="438" y="385"/>
                    <a:pt x="438" y="376"/>
                    <a:pt x="438" y="367"/>
                  </a:cubicBezTo>
                  <a:cubicBezTo>
                    <a:pt x="420" y="367"/>
                    <a:pt x="403" y="367"/>
                    <a:pt x="385" y="367"/>
                  </a:cubicBezTo>
                  <a:cubicBezTo>
                    <a:pt x="339" y="300"/>
                    <a:pt x="293" y="233"/>
                    <a:pt x="246" y="16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2" name="Freeform 151"/>
            <p:cNvSpPr/>
            <p:nvPr/>
          </p:nvSpPr>
          <p:spPr>
            <a:xfrm>
              <a:off x="3245760" y="11094120"/>
              <a:ext cx="37080" cy="20448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04480"/>
                <a:gd name="textAreaBottom" fmla="*/ 204840 h 204480"/>
              </a:gdLst>
              <a:ahLst/>
              <a:cxnLst/>
              <a:rect l="textAreaLeft" t="textAreaTop" r="textAreaRight" b="textAreaBottom"/>
              <a:pathLst>
                <a:path w="128" h="575">
                  <a:moveTo>
                    <a:pt x="128" y="570"/>
                  </a:moveTo>
                  <a:cubicBezTo>
                    <a:pt x="128" y="568"/>
                    <a:pt x="128" y="567"/>
                    <a:pt x="119" y="557"/>
                  </a:cubicBezTo>
                  <a:cubicBezTo>
                    <a:pt x="50" y="485"/>
                    <a:pt x="33" y="377"/>
                    <a:pt x="33" y="289"/>
                  </a:cubicBezTo>
                  <a:cubicBezTo>
                    <a:pt x="33" y="189"/>
                    <a:pt x="54" y="89"/>
                    <a:pt x="121" y="17"/>
                  </a:cubicBezTo>
                  <a:cubicBezTo>
                    <a:pt x="128" y="9"/>
                    <a:pt x="128" y="9"/>
                    <a:pt x="128" y="7"/>
                  </a:cubicBezTo>
                  <a:cubicBezTo>
                    <a:pt x="128" y="2"/>
                    <a:pt x="125" y="0"/>
                    <a:pt x="122" y="0"/>
                  </a:cubicBezTo>
                  <a:cubicBezTo>
                    <a:pt x="117" y="0"/>
                    <a:pt x="68" y="40"/>
                    <a:pt x="35" y="113"/>
                  </a:cubicBezTo>
                  <a:cubicBezTo>
                    <a:pt x="7" y="176"/>
                    <a:pt x="0" y="239"/>
                    <a:pt x="0" y="289"/>
                  </a:cubicBezTo>
                  <a:cubicBezTo>
                    <a:pt x="0" y="333"/>
                    <a:pt x="7" y="403"/>
                    <a:pt x="36" y="467"/>
                  </a:cubicBezTo>
                  <a:cubicBezTo>
                    <a:pt x="69" y="539"/>
                    <a:pt x="117" y="575"/>
                    <a:pt x="122" y="575"/>
                  </a:cubicBezTo>
                  <a:cubicBezTo>
                    <a:pt x="125" y="575"/>
                    <a:pt x="128" y="573"/>
                    <a:pt x="128" y="57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" name="Freeform 152"/>
            <p:cNvSpPr/>
            <p:nvPr/>
          </p:nvSpPr>
          <p:spPr>
            <a:xfrm>
              <a:off x="3305160" y="11106000"/>
              <a:ext cx="115560" cy="143280"/>
            </a:xfrm>
            <a:custGeom>
              <a:avLst/>
              <a:gdLst>
                <a:gd name="textAreaLeft" fmla="*/ 0 w 115560"/>
                <a:gd name="textAreaRight" fmla="*/ 115920 w 115560"/>
                <a:gd name="textAreaTop" fmla="*/ 0 h 143280"/>
                <a:gd name="textAreaBottom" fmla="*/ 143640 h 143280"/>
              </a:gdLst>
              <a:ahLst/>
              <a:cxnLst/>
              <a:rect l="textAreaLeft" t="textAreaTop" r="textAreaRight" b="textAreaBottom"/>
              <a:pathLst>
                <a:path w="384" h="406">
                  <a:moveTo>
                    <a:pt x="384" y="16"/>
                  </a:moveTo>
                  <a:cubicBezTo>
                    <a:pt x="384" y="4"/>
                    <a:pt x="384" y="0"/>
                    <a:pt x="375" y="0"/>
                  </a:cubicBezTo>
                  <a:cubicBezTo>
                    <a:pt x="370" y="0"/>
                    <a:pt x="369" y="0"/>
                    <a:pt x="364" y="4"/>
                  </a:cubicBezTo>
                  <a:cubicBezTo>
                    <a:pt x="352" y="16"/>
                    <a:pt x="340" y="27"/>
                    <a:pt x="328" y="39"/>
                  </a:cubicBezTo>
                  <a:cubicBezTo>
                    <a:pt x="294" y="9"/>
                    <a:pt x="258" y="0"/>
                    <a:pt x="220" y="0"/>
                  </a:cubicBezTo>
                  <a:cubicBezTo>
                    <a:pt x="83" y="0"/>
                    <a:pt x="0" y="85"/>
                    <a:pt x="0" y="203"/>
                  </a:cubicBezTo>
                  <a:cubicBezTo>
                    <a:pt x="0" y="320"/>
                    <a:pt x="83" y="406"/>
                    <a:pt x="220" y="406"/>
                  </a:cubicBezTo>
                  <a:cubicBezTo>
                    <a:pt x="323" y="406"/>
                    <a:pt x="384" y="335"/>
                    <a:pt x="384" y="270"/>
                  </a:cubicBezTo>
                  <a:cubicBezTo>
                    <a:pt x="384" y="258"/>
                    <a:pt x="381" y="257"/>
                    <a:pt x="372" y="257"/>
                  </a:cubicBezTo>
                  <a:cubicBezTo>
                    <a:pt x="364" y="257"/>
                    <a:pt x="359" y="257"/>
                    <a:pt x="359" y="266"/>
                  </a:cubicBezTo>
                  <a:cubicBezTo>
                    <a:pt x="355" y="345"/>
                    <a:pt x="289" y="379"/>
                    <a:pt x="233" y="379"/>
                  </a:cubicBezTo>
                  <a:cubicBezTo>
                    <a:pt x="191" y="379"/>
                    <a:pt x="144" y="366"/>
                    <a:pt x="116" y="330"/>
                  </a:cubicBezTo>
                  <a:cubicBezTo>
                    <a:pt x="91" y="297"/>
                    <a:pt x="83" y="255"/>
                    <a:pt x="83" y="203"/>
                  </a:cubicBezTo>
                  <a:cubicBezTo>
                    <a:pt x="83" y="170"/>
                    <a:pt x="85" y="108"/>
                    <a:pt x="121" y="70"/>
                  </a:cubicBezTo>
                  <a:cubicBezTo>
                    <a:pt x="155" y="32"/>
                    <a:pt x="203" y="26"/>
                    <a:pt x="231" y="26"/>
                  </a:cubicBezTo>
                  <a:cubicBezTo>
                    <a:pt x="291" y="26"/>
                    <a:pt x="344" y="70"/>
                    <a:pt x="355" y="144"/>
                  </a:cubicBezTo>
                  <a:cubicBezTo>
                    <a:pt x="356" y="153"/>
                    <a:pt x="358" y="155"/>
                    <a:pt x="370" y="155"/>
                  </a:cubicBezTo>
                  <a:cubicBezTo>
                    <a:pt x="384" y="155"/>
                    <a:pt x="384" y="153"/>
                    <a:pt x="384" y="139"/>
                  </a:cubicBezTo>
                  <a:cubicBezTo>
                    <a:pt x="384" y="98"/>
                    <a:pt x="384" y="57"/>
                    <a:pt x="384" y="1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4" name="Freeform 153"/>
            <p:cNvSpPr/>
            <p:nvPr/>
          </p:nvSpPr>
          <p:spPr>
            <a:xfrm>
              <a:off x="3443760" y="11106000"/>
              <a:ext cx="84240" cy="143280"/>
            </a:xfrm>
            <a:custGeom>
              <a:avLst/>
              <a:gdLst>
                <a:gd name="textAreaLeft" fmla="*/ 0 w 84240"/>
                <a:gd name="textAreaRight" fmla="*/ 84600 w 84240"/>
                <a:gd name="textAreaTop" fmla="*/ 0 h 143280"/>
                <a:gd name="textAreaBottom" fmla="*/ 143640 h 143280"/>
              </a:gdLst>
              <a:ahLst/>
              <a:cxnLst/>
              <a:rect l="textAreaLeft" t="textAreaTop" r="textAreaRight" b="textAreaBottom"/>
              <a:pathLst>
                <a:path w="281" h="406">
                  <a:moveTo>
                    <a:pt x="186" y="162"/>
                  </a:moveTo>
                  <a:cubicBezTo>
                    <a:pt x="159" y="156"/>
                    <a:pt x="133" y="150"/>
                    <a:pt x="106" y="144"/>
                  </a:cubicBezTo>
                  <a:cubicBezTo>
                    <a:pt x="85" y="139"/>
                    <a:pt x="55" y="119"/>
                    <a:pt x="55" y="85"/>
                  </a:cubicBezTo>
                  <a:cubicBezTo>
                    <a:pt x="55" y="60"/>
                    <a:pt x="69" y="24"/>
                    <a:pt x="125" y="24"/>
                  </a:cubicBezTo>
                  <a:cubicBezTo>
                    <a:pt x="169" y="24"/>
                    <a:pt x="223" y="44"/>
                    <a:pt x="236" y="122"/>
                  </a:cubicBezTo>
                  <a:cubicBezTo>
                    <a:pt x="239" y="135"/>
                    <a:pt x="239" y="137"/>
                    <a:pt x="250" y="137"/>
                  </a:cubicBezTo>
                  <a:cubicBezTo>
                    <a:pt x="262" y="137"/>
                    <a:pt x="262" y="134"/>
                    <a:pt x="262" y="121"/>
                  </a:cubicBezTo>
                  <a:cubicBezTo>
                    <a:pt x="262" y="86"/>
                    <a:pt x="262" y="51"/>
                    <a:pt x="262" y="16"/>
                  </a:cubicBezTo>
                  <a:cubicBezTo>
                    <a:pt x="262" y="4"/>
                    <a:pt x="262" y="0"/>
                    <a:pt x="253" y="0"/>
                  </a:cubicBezTo>
                  <a:cubicBezTo>
                    <a:pt x="248" y="0"/>
                    <a:pt x="248" y="0"/>
                    <a:pt x="242" y="6"/>
                  </a:cubicBezTo>
                  <a:cubicBezTo>
                    <a:pt x="234" y="14"/>
                    <a:pt x="225" y="22"/>
                    <a:pt x="217" y="31"/>
                  </a:cubicBezTo>
                  <a:cubicBezTo>
                    <a:pt x="186" y="4"/>
                    <a:pt x="150" y="0"/>
                    <a:pt x="124" y="0"/>
                  </a:cubicBezTo>
                  <a:cubicBezTo>
                    <a:pt x="41" y="0"/>
                    <a:pt x="0" y="54"/>
                    <a:pt x="0" y="114"/>
                  </a:cubicBezTo>
                  <a:cubicBezTo>
                    <a:pt x="0" y="152"/>
                    <a:pt x="19" y="178"/>
                    <a:pt x="30" y="191"/>
                  </a:cubicBezTo>
                  <a:cubicBezTo>
                    <a:pt x="58" y="219"/>
                    <a:pt x="77" y="224"/>
                    <a:pt x="136" y="237"/>
                  </a:cubicBezTo>
                  <a:cubicBezTo>
                    <a:pt x="184" y="248"/>
                    <a:pt x="194" y="250"/>
                    <a:pt x="206" y="261"/>
                  </a:cubicBezTo>
                  <a:cubicBezTo>
                    <a:pt x="214" y="271"/>
                    <a:pt x="228" y="286"/>
                    <a:pt x="228" y="312"/>
                  </a:cubicBezTo>
                  <a:cubicBezTo>
                    <a:pt x="228" y="340"/>
                    <a:pt x="212" y="379"/>
                    <a:pt x="156" y="379"/>
                  </a:cubicBezTo>
                  <a:cubicBezTo>
                    <a:pt x="114" y="379"/>
                    <a:pt x="32" y="368"/>
                    <a:pt x="27" y="283"/>
                  </a:cubicBezTo>
                  <a:cubicBezTo>
                    <a:pt x="27" y="271"/>
                    <a:pt x="27" y="270"/>
                    <a:pt x="14" y="270"/>
                  </a:cubicBezTo>
                  <a:cubicBezTo>
                    <a:pt x="0" y="270"/>
                    <a:pt x="0" y="273"/>
                    <a:pt x="0" y="286"/>
                  </a:cubicBezTo>
                  <a:cubicBezTo>
                    <a:pt x="0" y="321"/>
                    <a:pt x="0" y="356"/>
                    <a:pt x="0" y="391"/>
                  </a:cubicBezTo>
                  <a:cubicBezTo>
                    <a:pt x="0" y="401"/>
                    <a:pt x="0" y="406"/>
                    <a:pt x="11" y="406"/>
                  </a:cubicBezTo>
                  <a:cubicBezTo>
                    <a:pt x="16" y="406"/>
                    <a:pt x="17" y="406"/>
                    <a:pt x="21" y="401"/>
                  </a:cubicBezTo>
                  <a:cubicBezTo>
                    <a:pt x="29" y="392"/>
                    <a:pt x="38" y="383"/>
                    <a:pt x="47" y="374"/>
                  </a:cubicBezTo>
                  <a:cubicBezTo>
                    <a:pt x="83" y="402"/>
                    <a:pt x="134" y="406"/>
                    <a:pt x="156" y="406"/>
                  </a:cubicBezTo>
                  <a:cubicBezTo>
                    <a:pt x="247" y="406"/>
                    <a:pt x="281" y="342"/>
                    <a:pt x="281" y="283"/>
                  </a:cubicBezTo>
                  <a:cubicBezTo>
                    <a:pt x="281" y="219"/>
                    <a:pt x="236" y="173"/>
                    <a:pt x="186" y="162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" name="Freeform 154"/>
            <p:cNvSpPr/>
            <p:nvPr/>
          </p:nvSpPr>
          <p:spPr>
            <a:xfrm>
              <a:off x="3551040" y="11106000"/>
              <a:ext cx="116280" cy="143280"/>
            </a:xfrm>
            <a:custGeom>
              <a:avLst/>
              <a:gdLst>
                <a:gd name="textAreaLeft" fmla="*/ 0 w 116280"/>
                <a:gd name="textAreaRight" fmla="*/ 116640 w 116280"/>
                <a:gd name="textAreaTop" fmla="*/ 0 h 143280"/>
                <a:gd name="textAreaBottom" fmla="*/ 143640 h 143280"/>
              </a:gdLst>
              <a:ahLst/>
              <a:cxnLst/>
              <a:rect l="textAreaLeft" t="textAreaTop" r="textAreaRight" b="textAreaBottom"/>
              <a:pathLst>
                <a:path w="386" h="406">
                  <a:moveTo>
                    <a:pt x="386" y="16"/>
                  </a:moveTo>
                  <a:cubicBezTo>
                    <a:pt x="386" y="4"/>
                    <a:pt x="386" y="0"/>
                    <a:pt x="375" y="0"/>
                  </a:cubicBezTo>
                  <a:cubicBezTo>
                    <a:pt x="370" y="0"/>
                    <a:pt x="370" y="0"/>
                    <a:pt x="365" y="4"/>
                  </a:cubicBezTo>
                  <a:cubicBezTo>
                    <a:pt x="353" y="16"/>
                    <a:pt x="341" y="27"/>
                    <a:pt x="329" y="39"/>
                  </a:cubicBezTo>
                  <a:cubicBezTo>
                    <a:pt x="295" y="9"/>
                    <a:pt x="258" y="0"/>
                    <a:pt x="220" y="0"/>
                  </a:cubicBezTo>
                  <a:cubicBezTo>
                    <a:pt x="85" y="0"/>
                    <a:pt x="0" y="85"/>
                    <a:pt x="0" y="203"/>
                  </a:cubicBezTo>
                  <a:cubicBezTo>
                    <a:pt x="0" y="320"/>
                    <a:pt x="85" y="406"/>
                    <a:pt x="220" y="406"/>
                  </a:cubicBezTo>
                  <a:cubicBezTo>
                    <a:pt x="323" y="406"/>
                    <a:pt x="386" y="335"/>
                    <a:pt x="386" y="270"/>
                  </a:cubicBezTo>
                  <a:cubicBezTo>
                    <a:pt x="386" y="258"/>
                    <a:pt x="381" y="257"/>
                    <a:pt x="372" y="257"/>
                  </a:cubicBezTo>
                  <a:cubicBezTo>
                    <a:pt x="365" y="257"/>
                    <a:pt x="361" y="257"/>
                    <a:pt x="359" y="266"/>
                  </a:cubicBezTo>
                  <a:cubicBezTo>
                    <a:pt x="356" y="345"/>
                    <a:pt x="289" y="379"/>
                    <a:pt x="234" y="379"/>
                  </a:cubicBezTo>
                  <a:cubicBezTo>
                    <a:pt x="191" y="379"/>
                    <a:pt x="145" y="366"/>
                    <a:pt x="116" y="330"/>
                  </a:cubicBezTo>
                  <a:cubicBezTo>
                    <a:pt x="91" y="297"/>
                    <a:pt x="85" y="255"/>
                    <a:pt x="85" y="203"/>
                  </a:cubicBezTo>
                  <a:cubicBezTo>
                    <a:pt x="85" y="170"/>
                    <a:pt x="86" y="108"/>
                    <a:pt x="120" y="70"/>
                  </a:cubicBezTo>
                  <a:cubicBezTo>
                    <a:pt x="156" y="32"/>
                    <a:pt x="203" y="26"/>
                    <a:pt x="233" y="26"/>
                  </a:cubicBezTo>
                  <a:cubicBezTo>
                    <a:pt x="292" y="26"/>
                    <a:pt x="343" y="70"/>
                    <a:pt x="356" y="144"/>
                  </a:cubicBezTo>
                  <a:cubicBezTo>
                    <a:pt x="357" y="153"/>
                    <a:pt x="357" y="155"/>
                    <a:pt x="370" y="155"/>
                  </a:cubicBezTo>
                  <a:cubicBezTo>
                    <a:pt x="384" y="155"/>
                    <a:pt x="386" y="153"/>
                    <a:pt x="386" y="139"/>
                  </a:cubicBezTo>
                  <a:cubicBezTo>
                    <a:pt x="386" y="98"/>
                    <a:pt x="386" y="57"/>
                    <a:pt x="386" y="1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6" name="Freeform 155"/>
            <p:cNvSpPr/>
            <p:nvPr/>
          </p:nvSpPr>
          <p:spPr>
            <a:xfrm>
              <a:off x="3688560" y="11057040"/>
              <a:ext cx="41760" cy="130680"/>
            </a:xfrm>
            <a:custGeom>
              <a:avLst/>
              <a:gdLst>
                <a:gd name="textAreaLeft" fmla="*/ 0 w 41760"/>
                <a:gd name="textAreaRight" fmla="*/ 42120 w 41760"/>
                <a:gd name="textAreaTop" fmla="*/ 0 h 130680"/>
                <a:gd name="textAreaBottom" fmla="*/ 131040 h 130680"/>
              </a:gdLst>
              <a:ahLst/>
              <a:cxnLst/>
              <a:rect l="textAreaLeft" t="textAreaTop" r="textAreaRight" b="textAreaBottom"/>
              <a:pathLst>
                <a:path w="142" h="370">
                  <a:moveTo>
                    <a:pt x="77" y="116"/>
                  </a:moveTo>
                  <a:cubicBezTo>
                    <a:pt x="82" y="116"/>
                    <a:pt x="86" y="116"/>
                    <a:pt x="97" y="119"/>
                  </a:cubicBezTo>
                  <a:cubicBezTo>
                    <a:pt x="110" y="124"/>
                    <a:pt x="119" y="126"/>
                    <a:pt x="127" y="126"/>
                  </a:cubicBezTo>
                  <a:cubicBezTo>
                    <a:pt x="141" y="126"/>
                    <a:pt x="142" y="114"/>
                    <a:pt x="142" y="109"/>
                  </a:cubicBezTo>
                  <a:cubicBezTo>
                    <a:pt x="142" y="106"/>
                    <a:pt x="141" y="95"/>
                    <a:pt x="127" y="95"/>
                  </a:cubicBezTo>
                  <a:cubicBezTo>
                    <a:pt x="119" y="95"/>
                    <a:pt x="110" y="96"/>
                    <a:pt x="97" y="101"/>
                  </a:cubicBezTo>
                  <a:cubicBezTo>
                    <a:pt x="86" y="104"/>
                    <a:pt x="82" y="104"/>
                    <a:pt x="77" y="104"/>
                  </a:cubicBezTo>
                  <a:cubicBezTo>
                    <a:pt x="77" y="91"/>
                    <a:pt x="80" y="73"/>
                    <a:pt x="82" y="62"/>
                  </a:cubicBezTo>
                  <a:cubicBezTo>
                    <a:pt x="83" y="54"/>
                    <a:pt x="86" y="32"/>
                    <a:pt x="86" y="19"/>
                  </a:cubicBezTo>
                  <a:cubicBezTo>
                    <a:pt x="86" y="6"/>
                    <a:pt x="82" y="0"/>
                    <a:pt x="72" y="0"/>
                  </a:cubicBezTo>
                  <a:cubicBezTo>
                    <a:pt x="64" y="0"/>
                    <a:pt x="57" y="5"/>
                    <a:pt x="57" y="19"/>
                  </a:cubicBezTo>
                  <a:cubicBezTo>
                    <a:pt x="57" y="32"/>
                    <a:pt x="60" y="52"/>
                    <a:pt x="63" y="65"/>
                  </a:cubicBezTo>
                  <a:cubicBezTo>
                    <a:pt x="63" y="70"/>
                    <a:pt x="66" y="90"/>
                    <a:pt x="68" y="104"/>
                  </a:cubicBezTo>
                  <a:cubicBezTo>
                    <a:pt x="61" y="104"/>
                    <a:pt x="58" y="104"/>
                    <a:pt x="46" y="101"/>
                  </a:cubicBezTo>
                  <a:cubicBezTo>
                    <a:pt x="33" y="96"/>
                    <a:pt x="25" y="95"/>
                    <a:pt x="18" y="95"/>
                  </a:cubicBezTo>
                  <a:cubicBezTo>
                    <a:pt x="2" y="95"/>
                    <a:pt x="0" y="106"/>
                    <a:pt x="0" y="109"/>
                  </a:cubicBezTo>
                  <a:cubicBezTo>
                    <a:pt x="0" y="113"/>
                    <a:pt x="2" y="126"/>
                    <a:pt x="18" y="126"/>
                  </a:cubicBezTo>
                  <a:cubicBezTo>
                    <a:pt x="25" y="126"/>
                    <a:pt x="33" y="124"/>
                    <a:pt x="46" y="119"/>
                  </a:cubicBezTo>
                  <a:cubicBezTo>
                    <a:pt x="58" y="116"/>
                    <a:pt x="61" y="116"/>
                    <a:pt x="68" y="116"/>
                  </a:cubicBezTo>
                  <a:cubicBezTo>
                    <a:pt x="66" y="126"/>
                    <a:pt x="64" y="139"/>
                    <a:pt x="61" y="147"/>
                  </a:cubicBezTo>
                  <a:cubicBezTo>
                    <a:pt x="57" y="172"/>
                    <a:pt x="57" y="175"/>
                    <a:pt x="57" y="196"/>
                  </a:cubicBezTo>
                  <a:cubicBezTo>
                    <a:pt x="57" y="273"/>
                    <a:pt x="64" y="355"/>
                    <a:pt x="66" y="363"/>
                  </a:cubicBezTo>
                  <a:cubicBezTo>
                    <a:pt x="66" y="368"/>
                    <a:pt x="66" y="370"/>
                    <a:pt x="72" y="370"/>
                  </a:cubicBezTo>
                  <a:cubicBezTo>
                    <a:pt x="78" y="370"/>
                    <a:pt x="78" y="368"/>
                    <a:pt x="78" y="361"/>
                  </a:cubicBezTo>
                  <a:cubicBezTo>
                    <a:pt x="80" y="341"/>
                    <a:pt x="82" y="325"/>
                    <a:pt x="83" y="301"/>
                  </a:cubicBezTo>
                  <a:cubicBezTo>
                    <a:pt x="85" y="267"/>
                    <a:pt x="86" y="231"/>
                    <a:pt x="86" y="196"/>
                  </a:cubicBezTo>
                  <a:cubicBezTo>
                    <a:pt x="86" y="175"/>
                    <a:pt x="86" y="172"/>
                    <a:pt x="82" y="145"/>
                  </a:cubicBezTo>
                  <a:cubicBezTo>
                    <a:pt x="82" y="142"/>
                    <a:pt x="77" y="126"/>
                    <a:pt x="77" y="11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" name="Freeform 156"/>
            <p:cNvSpPr/>
            <p:nvPr/>
          </p:nvSpPr>
          <p:spPr>
            <a:xfrm>
              <a:off x="3800880" y="11193840"/>
              <a:ext cx="100440" cy="6120"/>
            </a:xfrm>
            <a:custGeom>
              <a:avLst/>
              <a:gdLst>
                <a:gd name="textAreaLeft" fmla="*/ 0 w 100440"/>
                <a:gd name="textAreaRight" fmla="*/ 100800 w 100440"/>
                <a:gd name="textAreaTop" fmla="*/ 0 h 6120"/>
                <a:gd name="textAreaBottom" fmla="*/ 6480 h 6120"/>
              </a:gdLst>
              <a:ahLst/>
              <a:cxnLst/>
              <a:rect l="textAreaLeft" t="textAreaTop" r="textAreaRight" b="textAreaBottom"/>
              <a:pathLst>
                <a:path w="335" h="23">
                  <a:moveTo>
                    <a:pt x="317" y="23"/>
                  </a:moveTo>
                  <a:cubicBezTo>
                    <a:pt x="324" y="23"/>
                    <a:pt x="335" y="23"/>
                    <a:pt x="335" y="12"/>
                  </a:cubicBezTo>
                  <a:cubicBezTo>
                    <a:pt x="335" y="0"/>
                    <a:pt x="324" y="0"/>
                    <a:pt x="317" y="0"/>
                  </a:cubicBezTo>
                  <a:cubicBezTo>
                    <a:pt x="217" y="0"/>
                    <a:pt x="118" y="0"/>
                    <a:pt x="19" y="0"/>
                  </a:cubicBezTo>
                  <a:cubicBezTo>
                    <a:pt x="9" y="0"/>
                    <a:pt x="0" y="0"/>
                    <a:pt x="0" y="12"/>
                  </a:cubicBezTo>
                  <a:cubicBezTo>
                    <a:pt x="0" y="23"/>
                    <a:pt x="9" y="23"/>
                    <a:pt x="19" y="23"/>
                  </a:cubicBezTo>
                  <a:cubicBezTo>
                    <a:pt x="118" y="23"/>
                    <a:pt x="217" y="23"/>
                    <a:pt x="317" y="2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8520" rIns="90000" bIns="-3852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" name="Freeform 157"/>
            <p:cNvSpPr/>
            <p:nvPr/>
          </p:nvSpPr>
          <p:spPr>
            <a:xfrm>
              <a:off x="3968640" y="11114640"/>
              <a:ext cx="66600" cy="133200"/>
            </a:xfrm>
            <a:custGeom>
              <a:avLst/>
              <a:gdLst>
                <a:gd name="textAreaLeft" fmla="*/ 0 w 66600"/>
                <a:gd name="textAreaRight" fmla="*/ 66960 w 66600"/>
                <a:gd name="textAreaTop" fmla="*/ 0 h 133200"/>
                <a:gd name="textAreaBottom" fmla="*/ 133560 h 133200"/>
              </a:gdLst>
              <a:ahLst/>
              <a:cxnLst/>
              <a:rect l="textAreaLeft" t="textAreaTop" r="textAreaRight" b="textAreaBottom"/>
              <a:pathLst>
                <a:path w="225" h="377">
                  <a:moveTo>
                    <a:pt x="148" y="18"/>
                  </a:moveTo>
                  <a:cubicBezTo>
                    <a:pt x="148" y="5"/>
                    <a:pt x="148" y="0"/>
                    <a:pt x="134" y="0"/>
                  </a:cubicBezTo>
                  <a:cubicBezTo>
                    <a:pt x="128" y="0"/>
                    <a:pt x="126" y="0"/>
                    <a:pt x="122" y="3"/>
                  </a:cubicBezTo>
                  <a:cubicBezTo>
                    <a:pt x="80" y="36"/>
                    <a:pt x="23" y="36"/>
                    <a:pt x="11" y="36"/>
                  </a:cubicBezTo>
                  <a:cubicBezTo>
                    <a:pt x="7" y="36"/>
                    <a:pt x="4" y="36"/>
                    <a:pt x="0" y="36"/>
                  </a:cubicBezTo>
                  <a:cubicBezTo>
                    <a:pt x="0" y="45"/>
                    <a:pt x="0" y="55"/>
                    <a:pt x="0" y="64"/>
                  </a:cubicBezTo>
                  <a:cubicBezTo>
                    <a:pt x="4" y="64"/>
                    <a:pt x="7" y="64"/>
                    <a:pt x="11" y="64"/>
                  </a:cubicBezTo>
                  <a:cubicBezTo>
                    <a:pt x="20" y="64"/>
                    <a:pt x="50" y="62"/>
                    <a:pt x="83" y="51"/>
                  </a:cubicBezTo>
                  <a:cubicBezTo>
                    <a:pt x="83" y="150"/>
                    <a:pt x="83" y="249"/>
                    <a:pt x="83" y="349"/>
                  </a:cubicBezTo>
                  <a:cubicBezTo>
                    <a:pt x="57" y="349"/>
                    <a:pt x="32" y="349"/>
                    <a:pt x="6" y="349"/>
                  </a:cubicBezTo>
                  <a:cubicBezTo>
                    <a:pt x="6" y="358"/>
                    <a:pt x="6" y="367"/>
                    <a:pt x="6" y="377"/>
                  </a:cubicBezTo>
                  <a:cubicBezTo>
                    <a:pt x="31" y="375"/>
                    <a:pt x="89" y="375"/>
                    <a:pt x="115" y="375"/>
                  </a:cubicBezTo>
                  <a:cubicBezTo>
                    <a:pt x="142" y="375"/>
                    <a:pt x="201" y="375"/>
                    <a:pt x="225" y="377"/>
                  </a:cubicBezTo>
                  <a:cubicBezTo>
                    <a:pt x="225" y="367"/>
                    <a:pt x="225" y="358"/>
                    <a:pt x="225" y="349"/>
                  </a:cubicBezTo>
                  <a:cubicBezTo>
                    <a:pt x="199" y="349"/>
                    <a:pt x="174" y="349"/>
                    <a:pt x="148" y="349"/>
                  </a:cubicBezTo>
                  <a:cubicBezTo>
                    <a:pt x="148" y="239"/>
                    <a:pt x="148" y="128"/>
                    <a:pt x="148" y="1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9" name="Freeform 158"/>
            <p:cNvSpPr/>
            <p:nvPr/>
          </p:nvSpPr>
          <p:spPr>
            <a:xfrm>
              <a:off x="4060080" y="11094120"/>
              <a:ext cx="37080" cy="20448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04480"/>
                <a:gd name="textAreaBottom" fmla="*/ 204840 h 204480"/>
              </a:gdLst>
              <a:ahLst/>
              <a:cxnLst/>
              <a:rect l="textAreaLeft" t="textAreaTop" r="textAreaRight" b="textAreaBottom"/>
              <a:pathLst>
                <a:path w="127" h="575">
                  <a:moveTo>
                    <a:pt x="127" y="289"/>
                  </a:moveTo>
                  <a:cubicBezTo>
                    <a:pt x="127" y="243"/>
                    <a:pt x="121" y="174"/>
                    <a:pt x="92" y="109"/>
                  </a:cubicBezTo>
                  <a:cubicBezTo>
                    <a:pt x="59" y="38"/>
                    <a:pt x="10" y="0"/>
                    <a:pt x="6" y="0"/>
                  </a:cubicBezTo>
                  <a:cubicBezTo>
                    <a:pt x="3" y="0"/>
                    <a:pt x="0" y="4"/>
                    <a:pt x="0" y="7"/>
                  </a:cubicBezTo>
                  <a:cubicBezTo>
                    <a:pt x="0" y="9"/>
                    <a:pt x="0" y="9"/>
                    <a:pt x="10" y="20"/>
                  </a:cubicBezTo>
                  <a:cubicBezTo>
                    <a:pt x="65" y="77"/>
                    <a:pt x="96" y="167"/>
                    <a:pt x="96" y="289"/>
                  </a:cubicBezTo>
                  <a:cubicBezTo>
                    <a:pt x="96" y="387"/>
                    <a:pt x="76" y="488"/>
                    <a:pt x="7" y="560"/>
                  </a:cubicBezTo>
                  <a:cubicBezTo>
                    <a:pt x="0" y="567"/>
                    <a:pt x="0" y="568"/>
                    <a:pt x="0" y="570"/>
                  </a:cubicBezTo>
                  <a:cubicBezTo>
                    <a:pt x="0" y="573"/>
                    <a:pt x="3" y="575"/>
                    <a:pt x="6" y="575"/>
                  </a:cubicBezTo>
                  <a:cubicBezTo>
                    <a:pt x="10" y="575"/>
                    <a:pt x="60" y="537"/>
                    <a:pt x="93" y="464"/>
                  </a:cubicBezTo>
                  <a:cubicBezTo>
                    <a:pt x="121" y="400"/>
                    <a:pt x="127" y="336"/>
                    <a:pt x="127" y="28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" name="Freeform 159"/>
            <p:cNvSpPr/>
            <p:nvPr/>
          </p:nvSpPr>
          <p:spPr>
            <a:xfrm>
              <a:off x="4119840" y="11094120"/>
              <a:ext cx="20880" cy="20448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204480"/>
                <a:gd name="textAreaBottom" fmla="*/ 204840 h 204480"/>
              </a:gdLst>
              <a:ahLst/>
              <a:cxnLst/>
              <a:rect l="textAreaLeft" t="textAreaTop" r="textAreaRight" b="textAreaBottom"/>
              <a:pathLst>
                <a:path w="74" h="575">
                  <a:moveTo>
                    <a:pt x="74" y="0"/>
                  </a:moveTo>
                  <a:cubicBezTo>
                    <a:pt x="49" y="0"/>
                    <a:pt x="24" y="0"/>
                    <a:pt x="0" y="0"/>
                  </a:cubicBezTo>
                  <a:cubicBezTo>
                    <a:pt x="0" y="8"/>
                    <a:pt x="0" y="16"/>
                    <a:pt x="0" y="23"/>
                  </a:cubicBezTo>
                  <a:cubicBezTo>
                    <a:pt x="17" y="23"/>
                    <a:pt x="35" y="23"/>
                    <a:pt x="53" y="23"/>
                  </a:cubicBezTo>
                  <a:cubicBezTo>
                    <a:pt x="53" y="200"/>
                    <a:pt x="53" y="376"/>
                    <a:pt x="53" y="552"/>
                  </a:cubicBezTo>
                  <a:cubicBezTo>
                    <a:pt x="35" y="552"/>
                    <a:pt x="17" y="552"/>
                    <a:pt x="0" y="552"/>
                  </a:cubicBezTo>
                  <a:cubicBezTo>
                    <a:pt x="0" y="560"/>
                    <a:pt x="0" y="567"/>
                    <a:pt x="0" y="575"/>
                  </a:cubicBezTo>
                  <a:cubicBezTo>
                    <a:pt x="24" y="575"/>
                    <a:pt x="49" y="575"/>
                    <a:pt x="74" y="575"/>
                  </a:cubicBezTo>
                  <a:cubicBezTo>
                    <a:pt x="74" y="384"/>
                    <a:pt x="74" y="192"/>
                    <a:pt x="74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1" name="Freeform 160"/>
            <p:cNvSpPr/>
            <p:nvPr/>
          </p:nvSpPr>
          <p:spPr>
            <a:xfrm>
              <a:off x="758880" y="11652120"/>
              <a:ext cx="109800" cy="135360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0 h 135360"/>
                <a:gd name="textAreaBottom" fmla="*/ 135720 h 135360"/>
              </a:gdLst>
              <a:ahLst/>
              <a:cxnLst/>
              <a:rect l="textAreaLeft" t="textAreaTop" r="textAreaRight" b="textAreaBottom"/>
              <a:pathLst>
                <a:path w="365" h="383">
                  <a:moveTo>
                    <a:pt x="193" y="203"/>
                  </a:moveTo>
                  <a:cubicBezTo>
                    <a:pt x="244" y="203"/>
                    <a:pt x="295" y="203"/>
                    <a:pt x="346" y="203"/>
                  </a:cubicBezTo>
                  <a:cubicBezTo>
                    <a:pt x="354" y="203"/>
                    <a:pt x="365" y="203"/>
                    <a:pt x="365" y="191"/>
                  </a:cubicBezTo>
                  <a:cubicBezTo>
                    <a:pt x="365" y="180"/>
                    <a:pt x="354" y="180"/>
                    <a:pt x="346" y="180"/>
                  </a:cubicBezTo>
                  <a:cubicBezTo>
                    <a:pt x="295" y="180"/>
                    <a:pt x="244" y="180"/>
                    <a:pt x="193" y="180"/>
                  </a:cubicBezTo>
                  <a:cubicBezTo>
                    <a:pt x="193" y="126"/>
                    <a:pt x="193" y="72"/>
                    <a:pt x="193" y="18"/>
                  </a:cubicBezTo>
                  <a:cubicBezTo>
                    <a:pt x="193" y="9"/>
                    <a:pt x="193" y="0"/>
                    <a:pt x="182" y="0"/>
                  </a:cubicBezTo>
                  <a:cubicBezTo>
                    <a:pt x="171" y="0"/>
                    <a:pt x="171" y="9"/>
                    <a:pt x="171" y="18"/>
                  </a:cubicBezTo>
                  <a:cubicBezTo>
                    <a:pt x="171" y="72"/>
                    <a:pt x="171" y="126"/>
                    <a:pt x="171" y="180"/>
                  </a:cubicBezTo>
                  <a:cubicBezTo>
                    <a:pt x="120" y="180"/>
                    <a:pt x="69" y="180"/>
                    <a:pt x="19" y="180"/>
                  </a:cubicBezTo>
                  <a:cubicBezTo>
                    <a:pt x="11" y="180"/>
                    <a:pt x="0" y="180"/>
                    <a:pt x="0" y="191"/>
                  </a:cubicBezTo>
                  <a:cubicBezTo>
                    <a:pt x="0" y="203"/>
                    <a:pt x="11" y="203"/>
                    <a:pt x="19" y="203"/>
                  </a:cubicBezTo>
                  <a:cubicBezTo>
                    <a:pt x="69" y="203"/>
                    <a:pt x="120" y="203"/>
                    <a:pt x="171" y="203"/>
                  </a:cubicBezTo>
                  <a:cubicBezTo>
                    <a:pt x="171" y="256"/>
                    <a:pt x="171" y="309"/>
                    <a:pt x="171" y="363"/>
                  </a:cubicBezTo>
                  <a:cubicBezTo>
                    <a:pt x="171" y="371"/>
                    <a:pt x="171" y="383"/>
                    <a:pt x="182" y="383"/>
                  </a:cubicBezTo>
                  <a:cubicBezTo>
                    <a:pt x="193" y="383"/>
                    <a:pt x="193" y="371"/>
                    <a:pt x="193" y="363"/>
                  </a:cubicBezTo>
                  <a:cubicBezTo>
                    <a:pt x="193" y="309"/>
                    <a:pt x="193" y="256"/>
                    <a:pt x="193" y="20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2" name="Freeform 161"/>
            <p:cNvSpPr/>
            <p:nvPr/>
          </p:nvSpPr>
          <p:spPr>
            <a:xfrm>
              <a:off x="925920" y="11576160"/>
              <a:ext cx="221760" cy="286560"/>
            </a:xfrm>
            <a:custGeom>
              <a:avLst/>
              <a:gdLst>
                <a:gd name="textAreaLeft" fmla="*/ 0 w 221760"/>
                <a:gd name="textAreaRight" fmla="*/ 222120 w 221760"/>
                <a:gd name="textAreaTop" fmla="*/ 0 h 286560"/>
                <a:gd name="textAreaBottom" fmla="*/ 286920 h 286560"/>
              </a:gdLst>
              <a:ahLst/>
              <a:cxnLst/>
              <a:rect l="textAreaLeft" t="textAreaTop" r="textAreaRight" b="textAreaBottom"/>
              <a:pathLst>
                <a:path w="730" h="806">
                  <a:moveTo>
                    <a:pt x="665" y="806"/>
                  </a:moveTo>
                  <a:cubicBezTo>
                    <a:pt x="687" y="744"/>
                    <a:pt x="708" y="682"/>
                    <a:pt x="730" y="621"/>
                  </a:cubicBezTo>
                  <a:cubicBezTo>
                    <a:pt x="726" y="621"/>
                    <a:pt x="721" y="621"/>
                    <a:pt x="716" y="621"/>
                  </a:cubicBezTo>
                  <a:cubicBezTo>
                    <a:pt x="696" y="681"/>
                    <a:pt x="637" y="721"/>
                    <a:pt x="574" y="737"/>
                  </a:cubicBezTo>
                  <a:cubicBezTo>
                    <a:pt x="563" y="740"/>
                    <a:pt x="509" y="755"/>
                    <a:pt x="404" y="755"/>
                  </a:cubicBezTo>
                  <a:cubicBezTo>
                    <a:pt x="294" y="755"/>
                    <a:pt x="184" y="755"/>
                    <a:pt x="74" y="755"/>
                  </a:cubicBezTo>
                  <a:cubicBezTo>
                    <a:pt x="167" y="640"/>
                    <a:pt x="260" y="526"/>
                    <a:pt x="353" y="411"/>
                  </a:cubicBezTo>
                  <a:cubicBezTo>
                    <a:pt x="356" y="406"/>
                    <a:pt x="357" y="405"/>
                    <a:pt x="357" y="403"/>
                  </a:cubicBezTo>
                  <a:cubicBezTo>
                    <a:pt x="357" y="401"/>
                    <a:pt x="357" y="400"/>
                    <a:pt x="353" y="393"/>
                  </a:cubicBezTo>
                  <a:cubicBezTo>
                    <a:pt x="268" y="272"/>
                    <a:pt x="183" y="150"/>
                    <a:pt x="99" y="28"/>
                  </a:cubicBezTo>
                  <a:cubicBezTo>
                    <a:pt x="198" y="28"/>
                    <a:pt x="298" y="28"/>
                    <a:pt x="398" y="28"/>
                  </a:cubicBezTo>
                  <a:cubicBezTo>
                    <a:pt x="471" y="28"/>
                    <a:pt x="521" y="35"/>
                    <a:pt x="526" y="36"/>
                  </a:cubicBezTo>
                  <a:cubicBezTo>
                    <a:pt x="556" y="41"/>
                    <a:pt x="604" y="51"/>
                    <a:pt x="648" y="81"/>
                  </a:cubicBezTo>
                  <a:cubicBezTo>
                    <a:pt x="662" y="89"/>
                    <a:pt x="697" y="115"/>
                    <a:pt x="716" y="161"/>
                  </a:cubicBezTo>
                  <a:cubicBezTo>
                    <a:pt x="721" y="161"/>
                    <a:pt x="726" y="161"/>
                    <a:pt x="730" y="161"/>
                  </a:cubicBezTo>
                  <a:cubicBezTo>
                    <a:pt x="708" y="107"/>
                    <a:pt x="687" y="54"/>
                    <a:pt x="665" y="0"/>
                  </a:cubicBezTo>
                  <a:cubicBezTo>
                    <a:pt x="448" y="0"/>
                    <a:pt x="232" y="0"/>
                    <a:pt x="16" y="0"/>
                  </a:cubicBezTo>
                  <a:cubicBezTo>
                    <a:pt x="3" y="0"/>
                    <a:pt x="3" y="0"/>
                    <a:pt x="2" y="4"/>
                  </a:cubicBezTo>
                  <a:cubicBezTo>
                    <a:pt x="0" y="5"/>
                    <a:pt x="0" y="17"/>
                    <a:pt x="0" y="23"/>
                  </a:cubicBezTo>
                  <a:cubicBezTo>
                    <a:pt x="97" y="162"/>
                    <a:pt x="194" y="300"/>
                    <a:pt x="290" y="439"/>
                  </a:cubicBezTo>
                  <a:cubicBezTo>
                    <a:pt x="196" y="555"/>
                    <a:pt x="101" y="671"/>
                    <a:pt x="7" y="788"/>
                  </a:cubicBezTo>
                  <a:cubicBezTo>
                    <a:pt x="2" y="796"/>
                    <a:pt x="2" y="798"/>
                    <a:pt x="2" y="799"/>
                  </a:cubicBezTo>
                  <a:cubicBezTo>
                    <a:pt x="2" y="806"/>
                    <a:pt x="7" y="806"/>
                    <a:pt x="16" y="806"/>
                  </a:cubicBezTo>
                  <a:cubicBezTo>
                    <a:pt x="232" y="806"/>
                    <a:pt x="448" y="806"/>
                    <a:pt x="665" y="80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3" name="Freeform 162"/>
            <p:cNvSpPr/>
            <p:nvPr/>
          </p:nvSpPr>
          <p:spPr>
            <a:xfrm>
              <a:off x="1002240" y="11945160"/>
              <a:ext cx="69840" cy="6336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63360"/>
                <a:gd name="textAreaBottom" fmla="*/ 63720 h 63360"/>
              </a:gdLst>
              <a:ahLst/>
              <a:cxnLst/>
              <a:rect l="textAreaLeft" t="textAreaTop" r="textAreaRight" b="textAreaBottom"/>
              <a:pathLst>
                <a:path w="236" h="182">
                  <a:moveTo>
                    <a:pt x="30" y="152"/>
                  </a:moveTo>
                  <a:cubicBezTo>
                    <a:pt x="28" y="157"/>
                    <a:pt x="25" y="167"/>
                    <a:pt x="25" y="169"/>
                  </a:cubicBezTo>
                  <a:cubicBezTo>
                    <a:pt x="25" y="177"/>
                    <a:pt x="33" y="182"/>
                    <a:pt x="39" y="182"/>
                  </a:cubicBezTo>
                  <a:cubicBezTo>
                    <a:pt x="46" y="182"/>
                    <a:pt x="52" y="176"/>
                    <a:pt x="53" y="172"/>
                  </a:cubicBezTo>
                  <a:cubicBezTo>
                    <a:pt x="55" y="168"/>
                    <a:pt x="58" y="155"/>
                    <a:pt x="61" y="147"/>
                  </a:cubicBezTo>
                  <a:cubicBezTo>
                    <a:pt x="63" y="141"/>
                    <a:pt x="67" y="121"/>
                    <a:pt x="69" y="111"/>
                  </a:cubicBezTo>
                  <a:cubicBezTo>
                    <a:pt x="70" y="103"/>
                    <a:pt x="74" y="93"/>
                    <a:pt x="75" y="85"/>
                  </a:cubicBezTo>
                  <a:cubicBezTo>
                    <a:pt x="80" y="69"/>
                    <a:pt x="80" y="65"/>
                    <a:pt x="92" y="47"/>
                  </a:cubicBezTo>
                  <a:cubicBezTo>
                    <a:pt x="102" y="33"/>
                    <a:pt x="120" y="11"/>
                    <a:pt x="148" y="11"/>
                  </a:cubicBezTo>
                  <a:cubicBezTo>
                    <a:pt x="172" y="11"/>
                    <a:pt x="172" y="31"/>
                    <a:pt x="172" y="39"/>
                  </a:cubicBezTo>
                  <a:cubicBezTo>
                    <a:pt x="172" y="64"/>
                    <a:pt x="155" y="108"/>
                    <a:pt x="148" y="124"/>
                  </a:cubicBezTo>
                  <a:cubicBezTo>
                    <a:pt x="145" y="136"/>
                    <a:pt x="144" y="141"/>
                    <a:pt x="144" y="147"/>
                  </a:cubicBezTo>
                  <a:cubicBezTo>
                    <a:pt x="144" y="169"/>
                    <a:pt x="161" y="182"/>
                    <a:pt x="180" y="182"/>
                  </a:cubicBezTo>
                  <a:cubicBezTo>
                    <a:pt x="219" y="182"/>
                    <a:pt x="236" y="126"/>
                    <a:pt x="236" y="119"/>
                  </a:cubicBezTo>
                  <a:cubicBezTo>
                    <a:pt x="236" y="115"/>
                    <a:pt x="232" y="116"/>
                    <a:pt x="230" y="115"/>
                  </a:cubicBezTo>
                  <a:cubicBezTo>
                    <a:pt x="223" y="115"/>
                    <a:pt x="223" y="118"/>
                    <a:pt x="222" y="121"/>
                  </a:cubicBezTo>
                  <a:cubicBezTo>
                    <a:pt x="212" y="154"/>
                    <a:pt x="197" y="170"/>
                    <a:pt x="181" y="170"/>
                  </a:cubicBezTo>
                  <a:cubicBezTo>
                    <a:pt x="173" y="170"/>
                    <a:pt x="172" y="165"/>
                    <a:pt x="172" y="155"/>
                  </a:cubicBezTo>
                  <a:cubicBezTo>
                    <a:pt x="172" y="147"/>
                    <a:pt x="173" y="142"/>
                    <a:pt x="180" y="123"/>
                  </a:cubicBezTo>
                  <a:cubicBezTo>
                    <a:pt x="184" y="111"/>
                    <a:pt x="200" y="69"/>
                    <a:pt x="200" y="46"/>
                  </a:cubicBezTo>
                  <a:cubicBezTo>
                    <a:pt x="200" y="7"/>
                    <a:pt x="170" y="0"/>
                    <a:pt x="150" y="0"/>
                  </a:cubicBezTo>
                  <a:cubicBezTo>
                    <a:pt x="119" y="0"/>
                    <a:pt x="97" y="21"/>
                    <a:pt x="86" y="36"/>
                  </a:cubicBezTo>
                  <a:cubicBezTo>
                    <a:pt x="83" y="8"/>
                    <a:pt x="61" y="0"/>
                    <a:pt x="46" y="0"/>
                  </a:cubicBezTo>
                  <a:cubicBezTo>
                    <a:pt x="28" y="0"/>
                    <a:pt x="19" y="13"/>
                    <a:pt x="14" y="21"/>
                  </a:cubicBezTo>
                  <a:cubicBezTo>
                    <a:pt x="7" y="36"/>
                    <a:pt x="0" y="59"/>
                    <a:pt x="0" y="62"/>
                  </a:cubicBezTo>
                  <a:cubicBezTo>
                    <a:pt x="0" y="67"/>
                    <a:pt x="4" y="65"/>
                    <a:pt x="7" y="67"/>
                  </a:cubicBezTo>
                  <a:cubicBezTo>
                    <a:pt x="13" y="67"/>
                    <a:pt x="13" y="65"/>
                    <a:pt x="16" y="54"/>
                  </a:cubicBezTo>
                  <a:cubicBezTo>
                    <a:pt x="22" y="31"/>
                    <a:pt x="28" y="11"/>
                    <a:pt x="44" y="11"/>
                  </a:cubicBezTo>
                  <a:cubicBezTo>
                    <a:pt x="53" y="11"/>
                    <a:pt x="56" y="20"/>
                    <a:pt x="56" y="31"/>
                  </a:cubicBezTo>
                  <a:cubicBezTo>
                    <a:pt x="56" y="39"/>
                    <a:pt x="53" y="53"/>
                    <a:pt x="50" y="64"/>
                  </a:cubicBezTo>
                  <a:cubicBezTo>
                    <a:pt x="47" y="74"/>
                    <a:pt x="44" y="92"/>
                    <a:pt x="42" y="100"/>
                  </a:cubicBezTo>
                  <a:cubicBezTo>
                    <a:pt x="38" y="117"/>
                    <a:pt x="34" y="135"/>
                    <a:pt x="30" y="152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720" rIns="90000" bIns="1872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4" name="Freeform 163"/>
            <p:cNvSpPr/>
            <p:nvPr/>
          </p:nvSpPr>
          <p:spPr>
            <a:xfrm>
              <a:off x="1195920" y="11631240"/>
              <a:ext cx="164520" cy="142920"/>
            </a:xfrm>
            <a:custGeom>
              <a:avLst/>
              <a:gdLst>
                <a:gd name="textAreaLeft" fmla="*/ 0 w 164520"/>
                <a:gd name="textAreaRight" fmla="*/ 164880 w 164520"/>
                <a:gd name="textAreaTop" fmla="*/ 0 h 142920"/>
                <a:gd name="textAreaBottom" fmla="*/ 143280 h 142920"/>
              </a:gdLst>
              <a:ahLst/>
              <a:cxnLst/>
              <a:rect l="textAreaLeft" t="textAreaTop" r="textAreaRight" b="textAreaBottom"/>
              <a:pathLst>
                <a:path w="544" h="405">
                  <a:moveTo>
                    <a:pt x="473" y="66"/>
                  </a:moveTo>
                  <a:cubicBezTo>
                    <a:pt x="487" y="41"/>
                    <a:pt x="499" y="20"/>
                    <a:pt x="535" y="17"/>
                  </a:cubicBezTo>
                  <a:cubicBezTo>
                    <a:pt x="540" y="17"/>
                    <a:pt x="544" y="17"/>
                    <a:pt x="544" y="5"/>
                  </a:cubicBezTo>
                  <a:cubicBezTo>
                    <a:pt x="544" y="4"/>
                    <a:pt x="543" y="0"/>
                    <a:pt x="538" y="0"/>
                  </a:cubicBezTo>
                  <a:cubicBezTo>
                    <a:pt x="526" y="0"/>
                    <a:pt x="510" y="2"/>
                    <a:pt x="496" y="2"/>
                  </a:cubicBezTo>
                  <a:cubicBezTo>
                    <a:pt x="477" y="2"/>
                    <a:pt x="457" y="0"/>
                    <a:pt x="438" y="0"/>
                  </a:cubicBezTo>
                  <a:cubicBezTo>
                    <a:pt x="435" y="0"/>
                    <a:pt x="429" y="0"/>
                    <a:pt x="429" y="10"/>
                  </a:cubicBezTo>
                  <a:cubicBezTo>
                    <a:pt x="429" y="17"/>
                    <a:pt x="434" y="17"/>
                    <a:pt x="437" y="17"/>
                  </a:cubicBezTo>
                  <a:cubicBezTo>
                    <a:pt x="449" y="18"/>
                    <a:pt x="470" y="23"/>
                    <a:pt x="470" y="40"/>
                  </a:cubicBezTo>
                  <a:cubicBezTo>
                    <a:pt x="470" y="46"/>
                    <a:pt x="466" y="51"/>
                    <a:pt x="462" y="59"/>
                  </a:cubicBezTo>
                  <a:cubicBezTo>
                    <a:pt x="412" y="149"/>
                    <a:pt x="363" y="239"/>
                    <a:pt x="314" y="329"/>
                  </a:cubicBezTo>
                  <a:cubicBezTo>
                    <a:pt x="307" y="234"/>
                    <a:pt x="300" y="139"/>
                    <a:pt x="293" y="44"/>
                  </a:cubicBezTo>
                  <a:cubicBezTo>
                    <a:pt x="293" y="33"/>
                    <a:pt x="292" y="18"/>
                    <a:pt x="332" y="17"/>
                  </a:cubicBezTo>
                  <a:cubicBezTo>
                    <a:pt x="342" y="17"/>
                    <a:pt x="346" y="17"/>
                    <a:pt x="346" y="5"/>
                  </a:cubicBezTo>
                  <a:cubicBezTo>
                    <a:pt x="346" y="0"/>
                    <a:pt x="340" y="0"/>
                    <a:pt x="339" y="0"/>
                  </a:cubicBezTo>
                  <a:cubicBezTo>
                    <a:pt x="317" y="0"/>
                    <a:pt x="293" y="2"/>
                    <a:pt x="271" y="2"/>
                  </a:cubicBezTo>
                  <a:cubicBezTo>
                    <a:pt x="259" y="2"/>
                    <a:pt x="226" y="0"/>
                    <a:pt x="214" y="0"/>
                  </a:cubicBezTo>
                  <a:cubicBezTo>
                    <a:pt x="211" y="0"/>
                    <a:pt x="204" y="0"/>
                    <a:pt x="204" y="12"/>
                  </a:cubicBezTo>
                  <a:cubicBezTo>
                    <a:pt x="204" y="17"/>
                    <a:pt x="209" y="17"/>
                    <a:pt x="217" y="17"/>
                  </a:cubicBezTo>
                  <a:cubicBezTo>
                    <a:pt x="242" y="17"/>
                    <a:pt x="245" y="22"/>
                    <a:pt x="247" y="31"/>
                  </a:cubicBezTo>
                  <a:cubicBezTo>
                    <a:pt x="248" y="46"/>
                    <a:pt x="249" y="61"/>
                    <a:pt x="250" y="76"/>
                  </a:cubicBezTo>
                  <a:cubicBezTo>
                    <a:pt x="203" y="160"/>
                    <a:pt x="157" y="245"/>
                    <a:pt x="111" y="329"/>
                  </a:cubicBezTo>
                  <a:cubicBezTo>
                    <a:pt x="104" y="232"/>
                    <a:pt x="97" y="135"/>
                    <a:pt x="91" y="38"/>
                  </a:cubicBezTo>
                  <a:cubicBezTo>
                    <a:pt x="91" y="31"/>
                    <a:pt x="91" y="18"/>
                    <a:pt x="131" y="17"/>
                  </a:cubicBezTo>
                  <a:cubicBezTo>
                    <a:pt x="137" y="17"/>
                    <a:pt x="144" y="17"/>
                    <a:pt x="144" y="5"/>
                  </a:cubicBezTo>
                  <a:cubicBezTo>
                    <a:pt x="144" y="0"/>
                    <a:pt x="138" y="2"/>
                    <a:pt x="136" y="0"/>
                  </a:cubicBezTo>
                  <a:cubicBezTo>
                    <a:pt x="114" y="0"/>
                    <a:pt x="91" y="2"/>
                    <a:pt x="67" y="2"/>
                  </a:cubicBezTo>
                  <a:cubicBezTo>
                    <a:pt x="48" y="2"/>
                    <a:pt x="30" y="0"/>
                    <a:pt x="11" y="0"/>
                  </a:cubicBezTo>
                  <a:cubicBezTo>
                    <a:pt x="8" y="0"/>
                    <a:pt x="0" y="0"/>
                    <a:pt x="0" y="10"/>
                  </a:cubicBezTo>
                  <a:cubicBezTo>
                    <a:pt x="0" y="17"/>
                    <a:pt x="5" y="17"/>
                    <a:pt x="14" y="17"/>
                  </a:cubicBezTo>
                  <a:cubicBezTo>
                    <a:pt x="42" y="17"/>
                    <a:pt x="42" y="23"/>
                    <a:pt x="44" y="38"/>
                  </a:cubicBezTo>
                  <a:cubicBezTo>
                    <a:pt x="52" y="155"/>
                    <a:pt x="59" y="273"/>
                    <a:pt x="67" y="390"/>
                  </a:cubicBezTo>
                  <a:cubicBezTo>
                    <a:pt x="69" y="400"/>
                    <a:pt x="69" y="405"/>
                    <a:pt x="77" y="405"/>
                  </a:cubicBezTo>
                  <a:cubicBezTo>
                    <a:pt x="83" y="405"/>
                    <a:pt x="84" y="401"/>
                    <a:pt x="91" y="393"/>
                  </a:cubicBezTo>
                  <a:cubicBezTo>
                    <a:pt x="144" y="295"/>
                    <a:pt x="198" y="198"/>
                    <a:pt x="251" y="100"/>
                  </a:cubicBezTo>
                  <a:cubicBezTo>
                    <a:pt x="258" y="197"/>
                    <a:pt x="265" y="293"/>
                    <a:pt x="271" y="390"/>
                  </a:cubicBezTo>
                  <a:cubicBezTo>
                    <a:pt x="273" y="401"/>
                    <a:pt x="273" y="405"/>
                    <a:pt x="279" y="405"/>
                  </a:cubicBezTo>
                  <a:cubicBezTo>
                    <a:pt x="287" y="405"/>
                    <a:pt x="290" y="400"/>
                    <a:pt x="293" y="393"/>
                  </a:cubicBezTo>
                  <a:cubicBezTo>
                    <a:pt x="353" y="284"/>
                    <a:pt x="413" y="175"/>
                    <a:pt x="473" y="6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" name="Freeform 164"/>
            <p:cNvSpPr/>
            <p:nvPr/>
          </p:nvSpPr>
          <p:spPr>
            <a:xfrm>
              <a:off x="1350360" y="11739600"/>
              <a:ext cx="70560" cy="62640"/>
            </a:xfrm>
            <a:custGeom>
              <a:avLst/>
              <a:gdLst>
                <a:gd name="textAreaLeft" fmla="*/ 0 w 70560"/>
                <a:gd name="textAreaRight" fmla="*/ 70920 w 70560"/>
                <a:gd name="textAreaTop" fmla="*/ 0 h 62640"/>
                <a:gd name="textAreaBottom" fmla="*/ 63000 h 62640"/>
              </a:gdLst>
              <a:ahLst/>
              <a:cxnLst/>
              <a:rect l="textAreaLeft" t="textAreaTop" r="textAreaRight" b="textAreaBottom"/>
              <a:pathLst>
                <a:path w="236" h="182">
                  <a:moveTo>
                    <a:pt x="30" y="153"/>
                  </a:moveTo>
                  <a:cubicBezTo>
                    <a:pt x="29" y="158"/>
                    <a:pt x="25" y="167"/>
                    <a:pt x="25" y="169"/>
                  </a:cubicBezTo>
                  <a:cubicBezTo>
                    <a:pt x="25" y="177"/>
                    <a:pt x="33" y="182"/>
                    <a:pt x="39" y="182"/>
                  </a:cubicBezTo>
                  <a:cubicBezTo>
                    <a:pt x="46" y="182"/>
                    <a:pt x="51" y="176"/>
                    <a:pt x="53" y="172"/>
                  </a:cubicBezTo>
                  <a:cubicBezTo>
                    <a:pt x="56" y="169"/>
                    <a:pt x="60" y="156"/>
                    <a:pt x="61" y="148"/>
                  </a:cubicBezTo>
                  <a:cubicBezTo>
                    <a:pt x="63" y="140"/>
                    <a:pt x="68" y="122"/>
                    <a:pt x="69" y="112"/>
                  </a:cubicBezTo>
                  <a:cubicBezTo>
                    <a:pt x="72" y="102"/>
                    <a:pt x="74" y="94"/>
                    <a:pt x="75" y="84"/>
                  </a:cubicBezTo>
                  <a:cubicBezTo>
                    <a:pt x="80" y="68"/>
                    <a:pt x="82" y="64"/>
                    <a:pt x="92" y="48"/>
                  </a:cubicBezTo>
                  <a:cubicBezTo>
                    <a:pt x="103" y="32"/>
                    <a:pt x="121" y="12"/>
                    <a:pt x="150" y="12"/>
                  </a:cubicBezTo>
                  <a:cubicBezTo>
                    <a:pt x="172" y="12"/>
                    <a:pt x="172" y="32"/>
                    <a:pt x="172" y="40"/>
                  </a:cubicBezTo>
                  <a:cubicBezTo>
                    <a:pt x="172" y="64"/>
                    <a:pt x="156" y="108"/>
                    <a:pt x="150" y="125"/>
                  </a:cubicBezTo>
                  <a:cubicBezTo>
                    <a:pt x="146" y="136"/>
                    <a:pt x="144" y="140"/>
                    <a:pt x="144" y="146"/>
                  </a:cubicBezTo>
                  <a:cubicBezTo>
                    <a:pt x="144" y="167"/>
                    <a:pt x="161" y="182"/>
                    <a:pt x="180" y="182"/>
                  </a:cubicBezTo>
                  <a:cubicBezTo>
                    <a:pt x="219" y="182"/>
                    <a:pt x="236" y="126"/>
                    <a:pt x="236" y="120"/>
                  </a:cubicBezTo>
                  <a:cubicBezTo>
                    <a:pt x="236" y="115"/>
                    <a:pt x="231" y="115"/>
                    <a:pt x="230" y="115"/>
                  </a:cubicBezTo>
                  <a:cubicBezTo>
                    <a:pt x="223" y="115"/>
                    <a:pt x="223" y="117"/>
                    <a:pt x="222" y="122"/>
                  </a:cubicBezTo>
                  <a:cubicBezTo>
                    <a:pt x="213" y="154"/>
                    <a:pt x="197" y="171"/>
                    <a:pt x="181" y="171"/>
                  </a:cubicBezTo>
                  <a:cubicBezTo>
                    <a:pt x="174" y="171"/>
                    <a:pt x="172" y="164"/>
                    <a:pt x="172" y="156"/>
                  </a:cubicBezTo>
                  <a:cubicBezTo>
                    <a:pt x="172" y="146"/>
                    <a:pt x="174" y="141"/>
                    <a:pt x="181" y="123"/>
                  </a:cubicBezTo>
                  <a:cubicBezTo>
                    <a:pt x="185" y="112"/>
                    <a:pt x="202" y="68"/>
                    <a:pt x="202" y="46"/>
                  </a:cubicBezTo>
                  <a:cubicBezTo>
                    <a:pt x="202" y="7"/>
                    <a:pt x="172" y="0"/>
                    <a:pt x="152" y="0"/>
                  </a:cubicBezTo>
                  <a:cubicBezTo>
                    <a:pt x="119" y="0"/>
                    <a:pt x="97" y="20"/>
                    <a:pt x="86" y="36"/>
                  </a:cubicBezTo>
                  <a:cubicBezTo>
                    <a:pt x="83" y="9"/>
                    <a:pt x="61" y="0"/>
                    <a:pt x="46" y="0"/>
                  </a:cubicBezTo>
                  <a:cubicBezTo>
                    <a:pt x="29" y="0"/>
                    <a:pt x="19" y="12"/>
                    <a:pt x="14" y="22"/>
                  </a:cubicBezTo>
                  <a:cubicBezTo>
                    <a:pt x="7" y="36"/>
                    <a:pt x="0" y="59"/>
                    <a:pt x="0" y="61"/>
                  </a:cubicBezTo>
                  <a:cubicBezTo>
                    <a:pt x="0" y="68"/>
                    <a:pt x="7" y="68"/>
                    <a:pt x="8" y="68"/>
                  </a:cubicBezTo>
                  <a:cubicBezTo>
                    <a:pt x="13" y="68"/>
                    <a:pt x="13" y="66"/>
                    <a:pt x="16" y="54"/>
                  </a:cubicBezTo>
                  <a:cubicBezTo>
                    <a:pt x="22" y="32"/>
                    <a:pt x="29" y="12"/>
                    <a:pt x="44" y="12"/>
                  </a:cubicBezTo>
                  <a:cubicBezTo>
                    <a:pt x="53" y="12"/>
                    <a:pt x="57" y="20"/>
                    <a:pt x="57" y="32"/>
                  </a:cubicBezTo>
                  <a:cubicBezTo>
                    <a:pt x="57" y="38"/>
                    <a:pt x="53" y="53"/>
                    <a:pt x="50" y="64"/>
                  </a:cubicBezTo>
                  <a:cubicBezTo>
                    <a:pt x="47" y="76"/>
                    <a:pt x="44" y="92"/>
                    <a:pt x="43" y="100"/>
                  </a:cubicBezTo>
                  <a:cubicBezTo>
                    <a:pt x="38" y="118"/>
                    <a:pt x="34" y="135"/>
                    <a:pt x="30" y="15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6" name="Freeform 165"/>
            <p:cNvSpPr/>
            <p:nvPr/>
          </p:nvSpPr>
          <p:spPr>
            <a:xfrm>
              <a:off x="1506240" y="11473560"/>
              <a:ext cx="42480" cy="491760"/>
            </a:xfrm>
            <a:custGeom>
              <a:avLst/>
              <a:gdLst>
                <a:gd name="textAreaLeft" fmla="*/ 0 w 42480"/>
                <a:gd name="textAreaRight" fmla="*/ 42840 w 42480"/>
                <a:gd name="textAreaTop" fmla="*/ 0 h 491760"/>
                <a:gd name="textAreaBottom" fmla="*/ 492120 h 491760"/>
              </a:gdLst>
              <a:ahLst/>
              <a:cxnLst/>
              <a:rect l="textAreaLeft" t="textAreaTop" r="textAreaRight" b="textAreaBottom"/>
              <a:pathLst>
                <a:path w="144" h="1380">
                  <a:moveTo>
                    <a:pt x="0" y="1380"/>
                  </a:moveTo>
                  <a:cubicBezTo>
                    <a:pt x="48" y="1380"/>
                    <a:pt x="96" y="1380"/>
                    <a:pt x="144" y="1380"/>
                  </a:cubicBezTo>
                  <a:cubicBezTo>
                    <a:pt x="144" y="1369"/>
                    <a:pt x="144" y="1358"/>
                    <a:pt x="144" y="1347"/>
                  </a:cubicBezTo>
                  <a:cubicBezTo>
                    <a:pt x="106" y="1347"/>
                    <a:pt x="68" y="1347"/>
                    <a:pt x="30" y="1347"/>
                  </a:cubicBezTo>
                  <a:cubicBezTo>
                    <a:pt x="30" y="909"/>
                    <a:pt x="30" y="470"/>
                    <a:pt x="30" y="31"/>
                  </a:cubicBezTo>
                  <a:cubicBezTo>
                    <a:pt x="68" y="31"/>
                    <a:pt x="106" y="31"/>
                    <a:pt x="144" y="31"/>
                  </a:cubicBezTo>
                  <a:cubicBezTo>
                    <a:pt x="144" y="21"/>
                    <a:pt x="144" y="11"/>
                    <a:pt x="144" y="0"/>
                  </a:cubicBezTo>
                  <a:cubicBezTo>
                    <a:pt x="96" y="0"/>
                    <a:pt x="48" y="0"/>
                    <a:pt x="0" y="0"/>
                  </a:cubicBezTo>
                  <a:cubicBezTo>
                    <a:pt x="0" y="460"/>
                    <a:pt x="0" y="920"/>
                    <a:pt x="0" y="138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7" name="Freeform 166"/>
            <p:cNvSpPr/>
            <p:nvPr/>
          </p:nvSpPr>
          <p:spPr>
            <a:xfrm>
              <a:off x="1558080" y="11680200"/>
              <a:ext cx="70200" cy="8892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88920"/>
                <a:gd name="textAreaBottom" fmla="*/ 89280 h 88920"/>
              </a:gdLst>
              <a:ahLst/>
              <a:cxnLst/>
              <a:rect l="textAreaLeft" t="textAreaTop" r="textAreaRight" b="textAreaBottom"/>
              <a:pathLst>
                <a:path w="237" h="255">
                  <a:moveTo>
                    <a:pt x="229" y="26"/>
                  </a:moveTo>
                  <a:cubicBezTo>
                    <a:pt x="234" y="20"/>
                    <a:pt x="234" y="18"/>
                    <a:pt x="234" y="13"/>
                  </a:cubicBezTo>
                  <a:cubicBezTo>
                    <a:pt x="234" y="0"/>
                    <a:pt x="228" y="0"/>
                    <a:pt x="217" y="0"/>
                  </a:cubicBezTo>
                  <a:cubicBezTo>
                    <a:pt x="150" y="0"/>
                    <a:pt x="83" y="0"/>
                    <a:pt x="16" y="0"/>
                  </a:cubicBezTo>
                  <a:cubicBezTo>
                    <a:pt x="13" y="34"/>
                    <a:pt x="11" y="68"/>
                    <a:pt x="9" y="102"/>
                  </a:cubicBezTo>
                  <a:cubicBezTo>
                    <a:pt x="18" y="102"/>
                    <a:pt x="27" y="102"/>
                    <a:pt x="36" y="102"/>
                  </a:cubicBezTo>
                  <a:cubicBezTo>
                    <a:pt x="39" y="43"/>
                    <a:pt x="56" y="21"/>
                    <a:pt x="112" y="21"/>
                  </a:cubicBezTo>
                  <a:cubicBezTo>
                    <a:pt x="128" y="21"/>
                    <a:pt x="143" y="21"/>
                    <a:pt x="159" y="21"/>
                  </a:cubicBezTo>
                  <a:cubicBezTo>
                    <a:pt x="108" y="91"/>
                    <a:pt x="57" y="161"/>
                    <a:pt x="6" y="231"/>
                  </a:cubicBezTo>
                  <a:cubicBezTo>
                    <a:pt x="0" y="237"/>
                    <a:pt x="0" y="239"/>
                    <a:pt x="0" y="244"/>
                  </a:cubicBezTo>
                  <a:cubicBezTo>
                    <a:pt x="0" y="255"/>
                    <a:pt x="8" y="255"/>
                    <a:pt x="19" y="255"/>
                  </a:cubicBezTo>
                  <a:cubicBezTo>
                    <a:pt x="88" y="255"/>
                    <a:pt x="157" y="255"/>
                    <a:pt x="226" y="255"/>
                  </a:cubicBezTo>
                  <a:cubicBezTo>
                    <a:pt x="230" y="217"/>
                    <a:pt x="233" y="178"/>
                    <a:pt x="237" y="139"/>
                  </a:cubicBezTo>
                  <a:cubicBezTo>
                    <a:pt x="228" y="139"/>
                    <a:pt x="219" y="139"/>
                    <a:pt x="211" y="139"/>
                  </a:cubicBezTo>
                  <a:cubicBezTo>
                    <a:pt x="206" y="198"/>
                    <a:pt x="196" y="233"/>
                    <a:pt x="125" y="233"/>
                  </a:cubicBezTo>
                  <a:cubicBezTo>
                    <a:pt x="109" y="233"/>
                    <a:pt x="94" y="233"/>
                    <a:pt x="78" y="233"/>
                  </a:cubicBezTo>
                  <a:cubicBezTo>
                    <a:pt x="128" y="164"/>
                    <a:pt x="179" y="95"/>
                    <a:pt x="229" y="2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4280" rIns="90000" bIns="4428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8" name="Freeform 167"/>
            <p:cNvSpPr/>
            <p:nvPr/>
          </p:nvSpPr>
          <p:spPr>
            <a:xfrm>
              <a:off x="1652040" y="11578680"/>
              <a:ext cx="28440" cy="14184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141840"/>
                <a:gd name="textAreaBottom" fmla="*/ 142200 h 141840"/>
              </a:gdLst>
              <a:ahLst/>
              <a:cxnLst/>
              <a:rect l="textAreaLeft" t="textAreaTop" r="textAreaRight" b="textAreaBottom"/>
              <a:pathLst>
                <a:path w="100" h="403">
                  <a:moveTo>
                    <a:pt x="92" y="0"/>
                  </a:moveTo>
                  <a:cubicBezTo>
                    <a:pt x="19" y="54"/>
                    <a:pt x="0" y="139"/>
                    <a:pt x="0" y="201"/>
                  </a:cubicBezTo>
                  <a:cubicBezTo>
                    <a:pt x="0" y="257"/>
                    <a:pt x="16" y="345"/>
                    <a:pt x="92" y="403"/>
                  </a:cubicBezTo>
                  <a:cubicBezTo>
                    <a:pt x="95" y="403"/>
                    <a:pt x="100" y="403"/>
                    <a:pt x="100" y="398"/>
                  </a:cubicBezTo>
                  <a:cubicBezTo>
                    <a:pt x="100" y="394"/>
                    <a:pt x="98" y="394"/>
                    <a:pt x="97" y="391"/>
                  </a:cubicBezTo>
                  <a:cubicBezTo>
                    <a:pt x="45" y="342"/>
                    <a:pt x="27" y="275"/>
                    <a:pt x="27" y="201"/>
                  </a:cubicBezTo>
                  <a:cubicBezTo>
                    <a:pt x="27" y="93"/>
                    <a:pt x="66" y="39"/>
                    <a:pt x="97" y="10"/>
                  </a:cubicBezTo>
                  <a:cubicBezTo>
                    <a:pt x="98" y="8"/>
                    <a:pt x="100" y="6"/>
                    <a:pt x="100" y="5"/>
                  </a:cubicBezTo>
                  <a:cubicBezTo>
                    <a:pt x="100" y="0"/>
                    <a:pt x="95" y="0"/>
                    <a:pt x="9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9" name="Freeform 168"/>
            <p:cNvSpPr/>
            <p:nvPr/>
          </p:nvSpPr>
          <p:spPr>
            <a:xfrm>
              <a:off x="1696320" y="11623320"/>
              <a:ext cx="70200" cy="6300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63000"/>
                <a:gd name="textAreaBottom" fmla="*/ 63360 h 63000"/>
              </a:gdLst>
              <a:ahLst/>
              <a:cxnLst/>
              <a:rect l="textAreaLeft" t="textAreaTop" r="textAreaRight" b="textAreaBottom"/>
              <a:pathLst>
                <a:path w="236" h="182">
                  <a:moveTo>
                    <a:pt x="30" y="153"/>
                  </a:moveTo>
                  <a:cubicBezTo>
                    <a:pt x="28" y="157"/>
                    <a:pt x="25" y="167"/>
                    <a:pt x="25" y="169"/>
                  </a:cubicBezTo>
                  <a:cubicBezTo>
                    <a:pt x="25" y="177"/>
                    <a:pt x="33" y="182"/>
                    <a:pt x="39" y="182"/>
                  </a:cubicBezTo>
                  <a:cubicBezTo>
                    <a:pt x="46" y="182"/>
                    <a:pt x="52" y="176"/>
                    <a:pt x="53" y="172"/>
                  </a:cubicBezTo>
                  <a:cubicBezTo>
                    <a:pt x="55" y="168"/>
                    <a:pt x="58" y="156"/>
                    <a:pt x="61" y="148"/>
                  </a:cubicBezTo>
                  <a:cubicBezTo>
                    <a:pt x="63" y="141"/>
                    <a:pt x="67" y="121"/>
                    <a:pt x="69" y="112"/>
                  </a:cubicBezTo>
                  <a:cubicBezTo>
                    <a:pt x="70" y="103"/>
                    <a:pt x="74" y="94"/>
                    <a:pt x="75" y="85"/>
                  </a:cubicBezTo>
                  <a:cubicBezTo>
                    <a:pt x="80" y="69"/>
                    <a:pt x="80" y="66"/>
                    <a:pt x="91" y="48"/>
                  </a:cubicBezTo>
                  <a:cubicBezTo>
                    <a:pt x="102" y="33"/>
                    <a:pt x="120" y="12"/>
                    <a:pt x="148" y="12"/>
                  </a:cubicBezTo>
                  <a:cubicBezTo>
                    <a:pt x="172" y="12"/>
                    <a:pt x="172" y="31"/>
                    <a:pt x="172" y="40"/>
                  </a:cubicBezTo>
                  <a:cubicBezTo>
                    <a:pt x="172" y="64"/>
                    <a:pt x="155" y="108"/>
                    <a:pt x="148" y="125"/>
                  </a:cubicBezTo>
                  <a:cubicBezTo>
                    <a:pt x="145" y="136"/>
                    <a:pt x="144" y="141"/>
                    <a:pt x="144" y="148"/>
                  </a:cubicBezTo>
                  <a:cubicBezTo>
                    <a:pt x="144" y="169"/>
                    <a:pt x="161" y="182"/>
                    <a:pt x="180" y="182"/>
                  </a:cubicBezTo>
                  <a:cubicBezTo>
                    <a:pt x="219" y="182"/>
                    <a:pt x="236" y="126"/>
                    <a:pt x="236" y="120"/>
                  </a:cubicBezTo>
                  <a:cubicBezTo>
                    <a:pt x="236" y="115"/>
                    <a:pt x="232" y="117"/>
                    <a:pt x="230" y="115"/>
                  </a:cubicBezTo>
                  <a:cubicBezTo>
                    <a:pt x="223" y="115"/>
                    <a:pt x="223" y="118"/>
                    <a:pt x="222" y="121"/>
                  </a:cubicBezTo>
                  <a:cubicBezTo>
                    <a:pt x="212" y="154"/>
                    <a:pt x="197" y="171"/>
                    <a:pt x="181" y="171"/>
                  </a:cubicBezTo>
                  <a:cubicBezTo>
                    <a:pt x="173" y="171"/>
                    <a:pt x="172" y="166"/>
                    <a:pt x="172" y="156"/>
                  </a:cubicBezTo>
                  <a:cubicBezTo>
                    <a:pt x="172" y="148"/>
                    <a:pt x="173" y="143"/>
                    <a:pt x="180" y="123"/>
                  </a:cubicBezTo>
                  <a:cubicBezTo>
                    <a:pt x="184" y="112"/>
                    <a:pt x="200" y="69"/>
                    <a:pt x="200" y="46"/>
                  </a:cubicBezTo>
                  <a:cubicBezTo>
                    <a:pt x="200" y="7"/>
                    <a:pt x="170" y="0"/>
                    <a:pt x="150" y="0"/>
                  </a:cubicBezTo>
                  <a:cubicBezTo>
                    <a:pt x="119" y="0"/>
                    <a:pt x="97" y="20"/>
                    <a:pt x="86" y="36"/>
                  </a:cubicBezTo>
                  <a:cubicBezTo>
                    <a:pt x="83" y="9"/>
                    <a:pt x="61" y="0"/>
                    <a:pt x="44" y="0"/>
                  </a:cubicBezTo>
                  <a:cubicBezTo>
                    <a:pt x="28" y="0"/>
                    <a:pt x="19" y="13"/>
                    <a:pt x="14" y="22"/>
                  </a:cubicBezTo>
                  <a:cubicBezTo>
                    <a:pt x="7" y="36"/>
                    <a:pt x="0" y="59"/>
                    <a:pt x="0" y="63"/>
                  </a:cubicBezTo>
                  <a:cubicBezTo>
                    <a:pt x="0" y="67"/>
                    <a:pt x="4" y="66"/>
                    <a:pt x="7" y="67"/>
                  </a:cubicBezTo>
                  <a:cubicBezTo>
                    <a:pt x="13" y="67"/>
                    <a:pt x="13" y="66"/>
                    <a:pt x="16" y="54"/>
                  </a:cubicBezTo>
                  <a:cubicBezTo>
                    <a:pt x="21" y="31"/>
                    <a:pt x="28" y="12"/>
                    <a:pt x="44" y="12"/>
                  </a:cubicBezTo>
                  <a:cubicBezTo>
                    <a:pt x="53" y="12"/>
                    <a:pt x="56" y="20"/>
                    <a:pt x="56" y="31"/>
                  </a:cubicBezTo>
                  <a:cubicBezTo>
                    <a:pt x="56" y="40"/>
                    <a:pt x="53" y="54"/>
                    <a:pt x="50" y="64"/>
                  </a:cubicBezTo>
                  <a:cubicBezTo>
                    <a:pt x="47" y="75"/>
                    <a:pt x="44" y="92"/>
                    <a:pt x="42" y="100"/>
                  </a:cubicBezTo>
                  <a:cubicBezTo>
                    <a:pt x="38" y="118"/>
                    <a:pt x="34" y="135"/>
                    <a:pt x="30" y="15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0" name="Freeform 169"/>
            <p:cNvSpPr/>
            <p:nvPr/>
          </p:nvSpPr>
          <p:spPr>
            <a:xfrm>
              <a:off x="1782000" y="11578680"/>
              <a:ext cx="28800" cy="14184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141840"/>
                <a:gd name="textAreaBottom" fmla="*/ 142200 h 141840"/>
              </a:gdLst>
              <a:ahLst/>
              <a:cxnLst/>
              <a:rect l="textAreaLeft" t="textAreaTop" r="textAreaRight" b="textAreaBottom"/>
              <a:pathLst>
                <a:path w="100" h="403">
                  <a:moveTo>
                    <a:pt x="6" y="0"/>
                  </a:moveTo>
                  <a:cubicBezTo>
                    <a:pt x="5" y="0"/>
                    <a:pt x="0" y="0"/>
                    <a:pt x="0" y="5"/>
                  </a:cubicBezTo>
                  <a:cubicBezTo>
                    <a:pt x="0" y="6"/>
                    <a:pt x="2" y="8"/>
                    <a:pt x="3" y="11"/>
                  </a:cubicBezTo>
                  <a:cubicBezTo>
                    <a:pt x="36" y="42"/>
                    <a:pt x="73" y="96"/>
                    <a:pt x="73" y="201"/>
                  </a:cubicBezTo>
                  <a:cubicBezTo>
                    <a:pt x="73" y="285"/>
                    <a:pt x="48" y="349"/>
                    <a:pt x="6" y="388"/>
                  </a:cubicBezTo>
                  <a:cubicBezTo>
                    <a:pt x="0" y="394"/>
                    <a:pt x="0" y="395"/>
                    <a:pt x="0" y="398"/>
                  </a:cubicBezTo>
                  <a:cubicBezTo>
                    <a:pt x="0" y="400"/>
                    <a:pt x="2" y="403"/>
                    <a:pt x="5" y="403"/>
                  </a:cubicBezTo>
                  <a:cubicBezTo>
                    <a:pt x="9" y="403"/>
                    <a:pt x="45" y="375"/>
                    <a:pt x="72" y="326"/>
                  </a:cubicBezTo>
                  <a:cubicBezTo>
                    <a:pt x="87" y="291"/>
                    <a:pt x="100" y="249"/>
                    <a:pt x="100" y="201"/>
                  </a:cubicBezTo>
                  <a:cubicBezTo>
                    <a:pt x="100" y="144"/>
                    <a:pt x="83" y="56"/>
                    <a:pt x="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" name="Freeform 170"/>
            <p:cNvSpPr/>
            <p:nvPr/>
          </p:nvSpPr>
          <p:spPr>
            <a:xfrm>
              <a:off x="1834920" y="11585160"/>
              <a:ext cx="41400" cy="13032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130320"/>
                <a:gd name="textAreaBottom" fmla="*/ 130680 h 130320"/>
              </a:gdLst>
              <a:ahLst/>
              <a:cxnLst/>
              <a:rect l="textAreaLeft" t="textAreaTop" r="textAreaRight" b="textAreaBottom"/>
              <a:pathLst>
                <a:path w="142" h="370">
                  <a:moveTo>
                    <a:pt x="77" y="116"/>
                  </a:moveTo>
                  <a:cubicBezTo>
                    <a:pt x="81" y="116"/>
                    <a:pt x="86" y="116"/>
                    <a:pt x="97" y="119"/>
                  </a:cubicBezTo>
                  <a:cubicBezTo>
                    <a:pt x="109" y="124"/>
                    <a:pt x="119" y="126"/>
                    <a:pt x="127" y="126"/>
                  </a:cubicBezTo>
                  <a:cubicBezTo>
                    <a:pt x="141" y="126"/>
                    <a:pt x="142" y="115"/>
                    <a:pt x="142" y="110"/>
                  </a:cubicBezTo>
                  <a:cubicBezTo>
                    <a:pt x="142" y="106"/>
                    <a:pt x="141" y="95"/>
                    <a:pt x="127" y="95"/>
                  </a:cubicBezTo>
                  <a:cubicBezTo>
                    <a:pt x="119" y="95"/>
                    <a:pt x="109" y="96"/>
                    <a:pt x="97" y="101"/>
                  </a:cubicBezTo>
                  <a:cubicBezTo>
                    <a:pt x="86" y="103"/>
                    <a:pt x="81" y="105"/>
                    <a:pt x="77" y="105"/>
                  </a:cubicBezTo>
                  <a:cubicBezTo>
                    <a:pt x="77" y="92"/>
                    <a:pt x="80" y="74"/>
                    <a:pt x="81" y="62"/>
                  </a:cubicBezTo>
                  <a:cubicBezTo>
                    <a:pt x="83" y="54"/>
                    <a:pt x="86" y="33"/>
                    <a:pt x="86" y="20"/>
                  </a:cubicBezTo>
                  <a:cubicBezTo>
                    <a:pt x="86" y="6"/>
                    <a:pt x="81" y="0"/>
                    <a:pt x="72" y="0"/>
                  </a:cubicBezTo>
                  <a:cubicBezTo>
                    <a:pt x="63" y="0"/>
                    <a:pt x="56" y="5"/>
                    <a:pt x="56" y="20"/>
                  </a:cubicBezTo>
                  <a:cubicBezTo>
                    <a:pt x="56" y="33"/>
                    <a:pt x="59" y="52"/>
                    <a:pt x="61" y="65"/>
                  </a:cubicBezTo>
                  <a:cubicBezTo>
                    <a:pt x="63" y="70"/>
                    <a:pt x="66" y="90"/>
                    <a:pt x="67" y="105"/>
                  </a:cubicBezTo>
                  <a:cubicBezTo>
                    <a:pt x="61" y="105"/>
                    <a:pt x="58" y="103"/>
                    <a:pt x="45" y="101"/>
                  </a:cubicBezTo>
                  <a:cubicBezTo>
                    <a:pt x="33" y="96"/>
                    <a:pt x="24" y="95"/>
                    <a:pt x="17" y="95"/>
                  </a:cubicBezTo>
                  <a:cubicBezTo>
                    <a:pt x="2" y="95"/>
                    <a:pt x="0" y="106"/>
                    <a:pt x="0" y="110"/>
                  </a:cubicBezTo>
                  <a:cubicBezTo>
                    <a:pt x="0" y="113"/>
                    <a:pt x="2" y="126"/>
                    <a:pt x="17" y="126"/>
                  </a:cubicBezTo>
                  <a:cubicBezTo>
                    <a:pt x="24" y="126"/>
                    <a:pt x="33" y="124"/>
                    <a:pt x="45" y="119"/>
                  </a:cubicBezTo>
                  <a:cubicBezTo>
                    <a:pt x="58" y="116"/>
                    <a:pt x="61" y="116"/>
                    <a:pt x="67" y="116"/>
                  </a:cubicBezTo>
                  <a:cubicBezTo>
                    <a:pt x="66" y="126"/>
                    <a:pt x="63" y="139"/>
                    <a:pt x="61" y="147"/>
                  </a:cubicBezTo>
                  <a:cubicBezTo>
                    <a:pt x="56" y="172"/>
                    <a:pt x="56" y="175"/>
                    <a:pt x="56" y="196"/>
                  </a:cubicBezTo>
                  <a:cubicBezTo>
                    <a:pt x="56" y="273"/>
                    <a:pt x="64" y="355"/>
                    <a:pt x="64" y="363"/>
                  </a:cubicBezTo>
                  <a:cubicBezTo>
                    <a:pt x="66" y="368"/>
                    <a:pt x="66" y="370"/>
                    <a:pt x="72" y="370"/>
                  </a:cubicBezTo>
                  <a:cubicBezTo>
                    <a:pt x="77" y="370"/>
                    <a:pt x="78" y="368"/>
                    <a:pt x="78" y="362"/>
                  </a:cubicBezTo>
                  <a:cubicBezTo>
                    <a:pt x="80" y="341"/>
                    <a:pt x="81" y="326"/>
                    <a:pt x="83" y="301"/>
                  </a:cubicBezTo>
                  <a:cubicBezTo>
                    <a:pt x="84" y="267"/>
                    <a:pt x="86" y="231"/>
                    <a:pt x="86" y="196"/>
                  </a:cubicBezTo>
                  <a:cubicBezTo>
                    <a:pt x="86" y="175"/>
                    <a:pt x="86" y="172"/>
                    <a:pt x="81" y="146"/>
                  </a:cubicBezTo>
                  <a:cubicBezTo>
                    <a:pt x="80" y="142"/>
                    <a:pt x="77" y="126"/>
                    <a:pt x="77" y="11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" name="Freeform 171"/>
            <p:cNvSpPr/>
            <p:nvPr/>
          </p:nvSpPr>
          <p:spPr>
            <a:xfrm>
              <a:off x="1912320" y="11617200"/>
              <a:ext cx="37440" cy="20340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203400"/>
                <a:gd name="textAreaBottom" fmla="*/ 203760 h 203400"/>
              </a:gdLst>
              <a:ahLst/>
              <a:cxnLst/>
              <a:rect l="textAreaLeft" t="textAreaTop" r="textAreaRight" b="textAreaBottom"/>
              <a:pathLst>
                <a:path w="128" h="574">
                  <a:moveTo>
                    <a:pt x="128" y="570"/>
                  </a:moveTo>
                  <a:cubicBezTo>
                    <a:pt x="128" y="568"/>
                    <a:pt x="128" y="566"/>
                    <a:pt x="118" y="556"/>
                  </a:cubicBezTo>
                  <a:cubicBezTo>
                    <a:pt x="50" y="484"/>
                    <a:pt x="33" y="375"/>
                    <a:pt x="33" y="288"/>
                  </a:cubicBezTo>
                  <a:cubicBezTo>
                    <a:pt x="33" y="187"/>
                    <a:pt x="53" y="87"/>
                    <a:pt x="120" y="15"/>
                  </a:cubicBezTo>
                  <a:cubicBezTo>
                    <a:pt x="128" y="8"/>
                    <a:pt x="128" y="8"/>
                    <a:pt x="128" y="5"/>
                  </a:cubicBezTo>
                  <a:cubicBezTo>
                    <a:pt x="128" y="2"/>
                    <a:pt x="126" y="0"/>
                    <a:pt x="122" y="0"/>
                  </a:cubicBezTo>
                  <a:cubicBezTo>
                    <a:pt x="117" y="0"/>
                    <a:pt x="67" y="39"/>
                    <a:pt x="36" y="111"/>
                  </a:cubicBezTo>
                  <a:cubicBezTo>
                    <a:pt x="8" y="175"/>
                    <a:pt x="0" y="239"/>
                    <a:pt x="0" y="288"/>
                  </a:cubicBezTo>
                  <a:cubicBezTo>
                    <a:pt x="0" y="332"/>
                    <a:pt x="6" y="403"/>
                    <a:pt x="37" y="466"/>
                  </a:cubicBezTo>
                  <a:cubicBezTo>
                    <a:pt x="70" y="537"/>
                    <a:pt x="117" y="574"/>
                    <a:pt x="122" y="574"/>
                  </a:cubicBezTo>
                  <a:cubicBezTo>
                    <a:pt x="126" y="574"/>
                    <a:pt x="128" y="573"/>
                    <a:pt x="128" y="57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3" name="Freeform 172"/>
            <p:cNvSpPr/>
            <p:nvPr/>
          </p:nvSpPr>
          <p:spPr>
            <a:xfrm>
              <a:off x="1967400" y="11630880"/>
              <a:ext cx="136080" cy="138240"/>
            </a:xfrm>
            <a:custGeom>
              <a:avLst/>
              <a:gdLst>
                <a:gd name="textAreaLeft" fmla="*/ 0 w 136080"/>
                <a:gd name="textAreaRight" fmla="*/ 136440 w 136080"/>
                <a:gd name="textAreaTop" fmla="*/ 0 h 138240"/>
                <a:gd name="textAreaBottom" fmla="*/ 138600 h 138240"/>
              </a:gdLst>
              <a:ahLst/>
              <a:cxnLst/>
              <a:rect l="textAreaLeft" t="textAreaTop" r="textAreaRight" b="textAreaBottom"/>
              <a:pathLst>
                <a:path w="451" h="394">
                  <a:moveTo>
                    <a:pt x="391" y="28"/>
                  </a:moveTo>
                  <a:cubicBezTo>
                    <a:pt x="411" y="28"/>
                    <a:pt x="431" y="28"/>
                    <a:pt x="451" y="28"/>
                  </a:cubicBezTo>
                  <a:cubicBezTo>
                    <a:pt x="451" y="19"/>
                    <a:pt x="451" y="9"/>
                    <a:pt x="451" y="0"/>
                  </a:cubicBezTo>
                  <a:cubicBezTo>
                    <a:pt x="429" y="3"/>
                    <a:pt x="376" y="3"/>
                    <a:pt x="352" y="3"/>
                  </a:cubicBezTo>
                  <a:cubicBezTo>
                    <a:pt x="329" y="3"/>
                    <a:pt x="274" y="3"/>
                    <a:pt x="254" y="0"/>
                  </a:cubicBezTo>
                  <a:cubicBezTo>
                    <a:pt x="254" y="9"/>
                    <a:pt x="254" y="19"/>
                    <a:pt x="254" y="28"/>
                  </a:cubicBezTo>
                  <a:cubicBezTo>
                    <a:pt x="274" y="28"/>
                    <a:pt x="294" y="28"/>
                    <a:pt x="313" y="28"/>
                  </a:cubicBezTo>
                  <a:cubicBezTo>
                    <a:pt x="313" y="77"/>
                    <a:pt x="313" y="127"/>
                    <a:pt x="313" y="177"/>
                  </a:cubicBezTo>
                  <a:cubicBezTo>
                    <a:pt x="255" y="177"/>
                    <a:pt x="196" y="177"/>
                    <a:pt x="137" y="177"/>
                  </a:cubicBezTo>
                  <a:cubicBezTo>
                    <a:pt x="137" y="127"/>
                    <a:pt x="137" y="77"/>
                    <a:pt x="137" y="28"/>
                  </a:cubicBezTo>
                  <a:cubicBezTo>
                    <a:pt x="157" y="28"/>
                    <a:pt x="177" y="28"/>
                    <a:pt x="196" y="28"/>
                  </a:cubicBezTo>
                  <a:cubicBezTo>
                    <a:pt x="196" y="19"/>
                    <a:pt x="196" y="9"/>
                    <a:pt x="196" y="0"/>
                  </a:cubicBezTo>
                  <a:cubicBezTo>
                    <a:pt x="174" y="3"/>
                    <a:pt x="121" y="3"/>
                    <a:pt x="98" y="3"/>
                  </a:cubicBezTo>
                  <a:cubicBezTo>
                    <a:pt x="75" y="3"/>
                    <a:pt x="20" y="3"/>
                    <a:pt x="0" y="0"/>
                  </a:cubicBezTo>
                  <a:cubicBezTo>
                    <a:pt x="0" y="9"/>
                    <a:pt x="0" y="19"/>
                    <a:pt x="0" y="28"/>
                  </a:cubicBezTo>
                  <a:cubicBezTo>
                    <a:pt x="20" y="28"/>
                    <a:pt x="39" y="28"/>
                    <a:pt x="59" y="28"/>
                  </a:cubicBezTo>
                  <a:cubicBezTo>
                    <a:pt x="59" y="141"/>
                    <a:pt x="59" y="255"/>
                    <a:pt x="59" y="368"/>
                  </a:cubicBezTo>
                  <a:cubicBezTo>
                    <a:pt x="39" y="368"/>
                    <a:pt x="20" y="368"/>
                    <a:pt x="0" y="368"/>
                  </a:cubicBezTo>
                  <a:cubicBezTo>
                    <a:pt x="0" y="377"/>
                    <a:pt x="0" y="386"/>
                    <a:pt x="0" y="394"/>
                  </a:cubicBezTo>
                  <a:cubicBezTo>
                    <a:pt x="20" y="393"/>
                    <a:pt x="75" y="393"/>
                    <a:pt x="98" y="393"/>
                  </a:cubicBezTo>
                  <a:cubicBezTo>
                    <a:pt x="121" y="393"/>
                    <a:pt x="174" y="393"/>
                    <a:pt x="196" y="394"/>
                  </a:cubicBezTo>
                  <a:cubicBezTo>
                    <a:pt x="196" y="386"/>
                    <a:pt x="196" y="377"/>
                    <a:pt x="196" y="368"/>
                  </a:cubicBezTo>
                  <a:cubicBezTo>
                    <a:pt x="177" y="368"/>
                    <a:pt x="157" y="368"/>
                    <a:pt x="137" y="368"/>
                  </a:cubicBezTo>
                  <a:cubicBezTo>
                    <a:pt x="137" y="313"/>
                    <a:pt x="137" y="258"/>
                    <a:pt x="137" y="203"/>
                  </a:cubicBezTo>
                  <a:cubicBezTo>
                    <a:pt x="196" y="203"/>
                    <a:pt x="255" y="203"/>
                    <a:pt x="313" y="203"/>
                  </a:cubicBezTo>
                  <a:cubicBezTo>
                    <a:pt x="313" y="258"/>
                    <a:pt x="313" y="313"/>
                    <a:pt x="313" y="368"/>
                  </a:cubicBezTo>
                  <a:cubicBezTo>
                    <a:pt x="294" y="368"/>
                    <a:pt x="274" y="368"/>
                    <a:pt x="254" y="368"/>
                  </a:cubicBezTo>
                  <a:cubicBezTo>
                    <a:pt x="254" y="377"/>
                    <a:pt x="254" y="386"/>
                    <a:pt x="254" y="394"/>
                  </a:cubicBezTo>
                  <a:cubicBezTo>
                    <a:pt x="274" y="393"/>
                    <a:pt x="329" y="393"/>
                    <a:pt x="352" y="393"/>
                  </a:cubicBezTo>
                  <a:cubicBezTo>
                    <a:pt x="376" y="393"/>
                    <a:pt x="429" y="393"/>
                    <a:pt x="451" y="394"/>
                  </a:cubicBezTo>
                  <a:cubicBezTo>
                    <a:pt x="451" y="386"/>
                    <a:pt x="451" y="377"/>
                    <a:pt x="451" y="368"/>
                  </a:cubicBezTo>
                  <a:cubicBezTo>
                    <a:pt x="431" y="368"/>
                    <a:pt x="411" y="368"/>
                    <a:pt x="391" y="368"/>
                  </a:cubicBezTo>
                  <a:cubicBezTo>
                    <a:pt x="391" y="255"/>
                    <a:pt x="391" y="141"/>
                    <a:pt x="391" y="2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" name="Freeform 173"/>
            <p:cNvSpPr/>
            <p:nvPr/>
          </p:nvSpPr>
          <p:spPr>
            <a:xfrm>
              <a:off x="2163240" y="11716200"/>
              <a:ext cx="100800" cy="684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336" h="23">
                  <a:moveTo>
                    <a:pt x="315" y="23"/>
                  </a:moveTo>
                  <a:cubicBezTo>
                    <a:pt x="325" y="23"/>
                    <a:pt x="336" y="23"/>
                    <a:pt x="336" y="11"/>
                  </a:cubicBezTo>
                  <a:cubicBezTo>
                    <a:pt x="336" y="0"/>
                    <a:pt x="325" y="0"/>
                    <a:pt x="315" y="0"/>
                  </a:cubicBezTo>
                  <a:cubicBezTo>
                    <a:pt x="217" y="0"/>
                    <a:pt x="118" y="0"/>
                    <a:pt x="19" y="0"/>
                  </a:cubicBezTo>
                  <a:cubicBezTo>
                    <a:pt x="10" y="0"/>
                    <a:pt x="0" y="0"/>
                    <a:pt x="0" y="11"/>
                  </a:cubicBezTo>
                  <a:cubicBezTo>
                    <a:pt x="0" y="23"/>
                    <a:pt x="10" y="23"/>
                    <a:pt x="19" y="23"/>
                  </a:cubicBezTo>
                  <a:cubicBezTo>
                    <a:pt x="118" y="23"/>
                    <a:pt x="217" y="23"/>
                    <a:pt x="315" y="2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7800" rIns="90000" bIns="-378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" name="Freeform 174"/>
            <p:cNvSpPr/>
            <p:nvPr/>
          </p:nvSpPr>
          <p:spPr>
            <a:xfrm>
              <a:off x="2322360" y="11631960"/>
              <a:ext cx="120240" cy="13716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398" h="389">
                  <a:moveTo>
                    <a:pt x="368" y="257"/>
                  </a:moveTo>
                  <a:cubicBezTo>
                    <a:pt x="369" y="254"/>
                    <a:pt x="370" y="251"/>
                    <a:pt x="371" y="249"/>
                  </a:cubicBezTo>
                  <a:cubicBezTo>
                    <a:pt x="371" y="247"/>
                    <a:pt x="371" y="242"/>
                    <a:pt x="363" y="242"/>
                  </a:cubicBezTo>
                  <a:cubicBezTo>
                    <a:pt x="359" y="242"/>
                    <a:pt x="359" y="245"/>
                    <a:pt x="357" y="249"/>
                  </a:cubicBezTo>
                  <a:cubicBezTo>
                    <a:pt x="321" y="334"/>
                    <a:pt x="301" y="373"/>
                    <a:pt x="207" y="373"/>
                  </a:cubicBezTo>
                  <a:cubicBezTo>
                    <a:pt x="181" y="373"/>
                    <a:pt x="154" y="373"/>
                    <a:pt x="128" y="373"/>
                  </a:cubicBezTo>
                  <a:cubicBezTo>
                    <a:pt x="120" y="373"/>
                    <a:pt x="118" y="373"/>
                    <a:pt x="115" y="371"/>
                  </a:cubicBezTo>
                  <a:cubicBezTo>
                    <a:pt x="109" y="371"/>
                    <a:pt x="107" y="370"/>
                    <a:pt x="107" y="367"/>
                  </a:cubicBezTo>
                  <a:cubicBezTo>
                    <a:pt x="107" y="365"/>
                    <a:pt x="107" y="363"/>
                    <a:pt x="111" y="353"/>
                  </a:cubicBezTo>
                  <a:cubicBezTo>
                    <a:pt x="123" y="301"/>
                    <a:pt x="135" y="249"/>
                    <a:pt x="148" y="196"/>
                  </a:cubicBezTo>
                  <a:cubicBezTo>
                    <a:pt x="166" y="196"/>
                    <a:pt x="184" y="196"/>
                    <a:pt x="203" y="196"/>
                  </a:cubicBezTo>
                  <a:cubicBezTo>
                    <a:pt x="249" y="196"/>
                    <a:pt x="249" y="208"/>
                    <a:pt x="249" y="222"/>
                  </a:cubicBezTo>
                  <a:cubicBezTo>
                    <a:pt x="249" y="226"/>
                    <a:pt x="249" y="234"/>
                    <a:pt x="245" y="250"/>
                  </a:cubicBezTo>
                  <a:cubicBezTo>
                    <a:pt x="245" y="254"/>
                    <a:pt x="243" y="255"/>
                    <a:pt x="243" y="257"/>
                  </a:cubicBezTo>
                  <a:cubicBezTo>
                    <a:pt x="243" y="260"/>
                    <a:pt x="246" y="263"/>
                    <a:pt x="251" y="263"/>
                  </a:cubicBezTo>
                  <a:cubicBezTo>
                    <a:pt x="256" y="263"/>
                    <a:pt x="257" y="260"/>
                    <a:pt x="259" y="252"/>
                  </a:cubicBezTo>
                  <a:cubicBezTo>
                    <a:pt x="269" y="207"/>
                    <a:pt x="280" y="162"/>
                    <a:pt x="290" y="118"/>
                  </a:cubicBezTo>
                  <a:cubicBezTo>
                    <a:pt x="290" y="113"/>
                    <a:pt x="287" y="111"/>
                    <a:pt x="284" y="111"/>
                  </a:cubicBezTo>
                  <a:cubicBezTo>
                    <a:pt x="279" y="111"/>
                    <a:pt x="277" y="114"/>
                    <a:pt x="276" y="121"/>
                  </a:cubicBezTo>
                  <a:cubicBezTo>
                    <a:pt x="265" y="165"/>
                    <a:pt x="254" y="178"/>
                    <a:pt x="204" y="178"/>
                  </a:cubicBezTo>
                  <a:cubicBezTo>
                    <a:pt x="187" y="178"/>
                    <a:pt x="170" y="178"/>
                    <a:pt x="153" y="178"/>
                  </a:cubicBezTo>
                  <a:cubicBezTo>
                    <a:pt x="164" y="132"/>
                    <a:pt x="174" y="86"/>
                    <a:pt x="185" y="39"/>
                  </a:cubicBezTo>
                  <a:cubicBezTo>
                    <a:pt x="190" y="20"/>
                    <a:pt x="190" y="16"/>
                    <a:pt x="215" y="16"/>
                  </a:cubicBezTo>
                  <a:cubicBezTo>
                    <a:pt x="241" y="16"/>
                    <a:pt x="266" y="16"/>
                    <a:pt x="291" y="16"/>
                  </a:cubicBezTo>
                  <a:cubicBezTo>
                    <a:pt x="359" y="16"/>
                    <a:pt x="376" y="34"/>
                    <a:pt x="376" y="80"/>
                  </a:cubicBezTo>
                  <a:cubicBezTo>
                    <a:pt x="376" y="95"/>
                    <a:pt x="376" y="96"/>
                    <a:pt x="373" y="111"/>
                  </a:cubicBezTo>
                  <a:cubicBezTo>
                    <a:pt x="373" y="114"/>
                    <a:pt x="373" y="119"/>
                    <a:pt x="373" y="121"/>
                  </a:cubicBezTo>
                  <a:cubicBezTo>
                    <a:pt x="373" y="123"/>
                    <a:pt x="374" y="129"/>
                    <a:pt x="379" y="129"/>
                  </a:cubicBezTo>
                  <a:cubicBezTo>
                    <a:pt x="385" y="129"/>
                    <a:pt x="387" y="124"/>
                    <a:pt x="387" y="114"/>
                  </a:cubicBezTo>
                  <a:cubicBezTo>
                    <a:pt x="390" y="81"/>
                    <a:pt x="394" y="48"/>
                    <a:pt x="398" y="15"/>
                  </a:cubicBezTo>
                  <a:cubicBezTo>
                    <a:pt x="399" y="0"/>
                    <a:pt x="398" y="0"/>
                    <a:pt x="383" y="0"/>
                  </a:cubicBezTo>
                  <a:cubicBezTo>
                    <a:pt x="291" y="0"/>
                    <a:pt x="198" y="0"/>
                    <a:pt x="106" y="0"/>
                  </a:cubicBezTo>
                  <a:cubicBezTo>
                    <a:pt x="95" y="0"/>
                    <a:pt x="90" y="0"/>
                    <a:pt x="90" y="11"/>
                  </a:cubicBezTo>
                  <a:cubicBezTo>
                    <a:pt x="90" y="16"/>
                    <a:pt x="95" y="16"/>
                    <a:pt x="106" y="16"/>
                  </a:cubicBezTo>
                  <a:cubicBezTo>
                    <a:pt x="126" y="16"/>
                    <a:pt x="140" y="16"/>
                    <a:pt x="140" y="28"/>
                  </a:cubicBezTo>
                  <a:cubicBezTo>
                    <a:pt x="140" y="29"/>
                    <a:pt x="140" y="31"/>
                    <a:pt x="139" y="41"/>
                  </a:cubicBezTo>
                  <a:cubicBezTo>
                    <a:pt x="114" y="142"/>
                    <a:pt x="90" y="244"/>
                    <a:pt x="65" y="345"/>
                  </a:cubicBezTo>
                  <a:cubicBezTo>
                    <a:pt x="61" y="368"/>
                    <a:pt x="59" y="373"/>
                    <a:pt x="15" y="373"/>
                  </a:cubicBezTo>
                  <a:cubicBezTo>
                    <a:pt x="6" y="373"/>
                    <a:pt x="0" y="373"/>
                    <a:pt x="0" y="383"/>
                  </a:cubicBezTo>
                  <a:cubicBezTo>
                    <a:pt x="0" y="389"/>
                    <a:pt x="6" y="389"/>
                    <a:pt x="15" y="389"/>
                  </a:cubicBezTo>
                  <a:cubicBezTo>
                    <a:pt x="111" y="389"/>
                    <a:pt x="206" y="389"/>
                    <a:pt x="301" y="389"/>
                  </a:cubicBezTo>
                  <a:cubicBezTo>
                    <a:pt x="313" y="389"/>
                    <a:pt x="313" y="389"/>
                    <a:pt x="318" y="380"/>
                  </a:cubicBezTo>
                  <a:cubicBezTo>
                    <a:pt x="335" y="339"/>
                    <a:pt x="351" y="298"/>
                    <a:pt x="368" y="25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6" name="Freeform 175"/>
            <p:cNvSpPr/>
            <p:nvPr/>
          </p:nvSpPr>
          <p:spPr>
            <a:xfrm>
              <a:off x="2445480" y="11739600"/>
              <a:ext cx="69480" cy="62640"/>
            </a:xfrm>
            <a:custGeom>
              <a:avLst/>
              <a:gdLst>
                <a:gd name="textAreaLeft" fmla="*/ 0 w 69480"/>
                <a:gd name="textAreaRight" fmla="*/ 69840 w 69480"/>
                <a:gd name="textAreaTop" fmla="*/ 0 h 62640"/>
                <a:gd name="textAreaBottom" fmla="*/ 63000 h 62640"/>
              </a:gdLst>
              <a:ahLst/>
              <a:cxnLst/>
              <a:rect l="textAreaLeft" t="textAreaTop" r="textAreaRight" b="textAreaBottom"/>
              <a:pathLst>
                <a:path w="234" h="182">
                  <a:moveTo>
                    <a:pt x="30" y="153"/>
                  </a:moveTo>
                  <a:cubicBezTo>
                    <a:pt x="28" y="158"/>
                    <a:pt x="25" y="167"/>
                    <a:pt x="25" y="169"/>
                  </a:cubicBezTo>
                  <a:cubicBezTo>
                    <a:pt x="25" y="177"/>
                    <a:pt x="33" y="182"/>
                    <a:pt x="38" y="182"/>
                  </a:cubicBezTo>
                  <a:cubicBezTo>
                    <a:pt x="45" y="182"/>
                    <a:pt x="52" y="176"/>
                    <a:pt x="53" y="172"/>
                  </a:cubicBezTo>
                  <a:cubicBezTo>
                    <a:pt x="55" y="169"/>
                    <a:pt x="58" y="156"/>
                    <a:pt x="59" y="148"/>
                  </a:cubicBezTo>
                  <a:cubicBezTo>
                    <a:pt x="63" y="140"/>
                    <a:pt x="66" y="122"/>
                    <a:pt x="69" y="112"/>
                  </a:cubicBezTo>
                  <a:cubicBezTo>
                    <a:pt x="70" y="102"/>
                    <a:pt x="74" y="94"/>
                    <a:pt x="75" y="84"/>
                  </a:cubicBezTo>
                  <a:cubicBezTo>
                    <a:pt x="80" y="68"/>
                    <a:pt x="80" y="64"/>
                    <a:pt x="91" y="48"/>
                  </a:cubicBezTo>
                  <a:cubicBezTo>
                    <a:pt x="102" y="32"/>
                    <a:pt x="120" y="12"/>
                    <a:pt x="148" y="12"/>
                  </a:cubicBezTo>
                  <a:cubicBezTo>
                    <a:pt x="172" y="12"/>
                    <a:pt x="172" y="32"/>
                    <a:pt x="172" y="40"/>
                  </a:cubicBezTo>
                  <a:cubicBezTo>
                    <a:pt x="172" y="64"/>
                    <a:pt x="155" y="108"/>
                    <a:pt x="148" y="125"/>
                  </a:cubicBezTo>
                  <a:cubicBezTo>
                    <a:pt x="145" y="136"/>
                    <a:pt x="144" y="140"/>
                    <a:pt x="144" y="146"/>
                  </a:cubicBezTo>
                  <a:cubicBezTo>
                    <a:pt x="144" y="167"/>
                    <a:pt x="159" y="182"/>
                    <a:pt x="180" y="182"/>
                  </a:cubicBezTo>
                  <a:cubicBezTo>
                    <a:pt x="219" y="182"/>
                    <a:pt x="234" y="126"/>
                    <a:pt x="234" y="120"/>
                  </a:cubicBezTo>
                  <a:cubicBezTo>
                    <a:pt x="234" y="115"/>
                    <a:pt x="229" y="115"/>
                    <a:pt x="228" y="115"/>
                  </a:cubicBezTo>
                  <a:cubicBezTo>
                    <a:pt x="223" y="115"/>
                    <a:pt x="223" y="117"/>
                    <a:pt x="222" y="122"/>
                  </a:cubicBezTo>
                  <a:cubicBezTo>
                    <a:pt x="212" y="154"/>
                    <a:pt x="197" y="171"/>
                    <a:pt x="181" y="171"/>
                  </a:cubicBezTo>
                  <a:cubicBezTo>
                    <a:pt x="173" y="171"/>
                    <a:pt x="172" y="164"/>
                    <a:pt x="172" y="156"/>
                  </a:cubicBezTo>
                  <a:cubicBezTo>
                    <a:pt x="172" y="146"/>
                    <a:pt x="173" y="141"/>
                    <a:pt x="180" y="123"/>
                  </a:cubicBezTo>
                  <a:cubicBezTo>
                    <a:pt x="184" y="112"/>
                    <a:pt x="200" y="68"/>
                    <a:pt x="200" y="46"/>
                  </a:cubicBezTo>
                  <a:cubicBezTo>
                    <a:pt x="200" y="7"/>
                    <a:pt x="170" y="0"/>
                    <a:pt x="150" y="0"/>
                  </a:cubicBezTo>
                  <a:cubicBezTo>
                    <a:pt x="119" y="0"/>
                    <a:pt x="97" y="20"/>
                    <a:pt x="86" y="36"/>
                  </a:cubicBezTo>
                  <a:cubicBezTo>
                    <a:pt x="83" y="9"/>
                    <a:pt x="59" y="0"/>
                    <a:pt x="44" y="0"/>
                  </a:cubicBezTo>
                  <a:cubicBezTo>
                    <a:pt x="28" y="0"/>
                    <a:pt x="19" y="12"/>
                    <a:pt x="14" y="22"/>
                  </a:cubicBezTo>
                  <a:cubicBezTo>
                    <a:pt x="6" y="36"/>
                    <a:pt x="0" y="59"/>
                    <a:pt x="0" y="61"/>
                  </a:cubicBezTo>
                  <a:cubicBezTo>
                    <a:pt x="0" y="68"/>
                    <a:pt x="4" y="65"/>
                    <a:pt x="6" y="68"/>
                  </a:cubicBezTo>
                  <a:cubicBezTo>
                    <a:pt x="13" y="68"/>
                    <a:pt x="13" y="66"/>
                    <a:pt x="16" y="54"/>
                  </a:cubicBezTo>
                  <a:cubicBezTo>
                    <a:pt x="20" y="32"/>
                    <a:pt x="28" y="12"/>
                    <a:pt x="44" y="12"/>
                  </a:cubicBezTo>
                  <a:cubicBezTo>
                    <a:pt x="53" y="12"/>
                    <a:pt x="56" y="20"/>
                    <a:pt x="56" y="32"/>
                  </a:cubicBezTo>
                  <a:cubicBezTo>
                    <a:pt x="56" y="38"/>
                    <a:pt x="53" y="53"/>
                    <a:pt x="50" y="64"/>
                  </a:cubicBezTo>
                  <a:cubicBezTo>
                    <a:pt x="47" y="76"/>
                    <a:pt x="44" y="92"/>
                    <a:pt x="41" y="100"/>
                  </a:cubicBezTo>
                  <a:cubicBezTo>
                    <a:pt x="37" y="118"/>
                    <a:pt x="33" y="135"/>
                    <a:pt x="30" y="15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7" name="Freeform 176"/>
            <p:cNvSpPr/>
            <p:nvPr/>
          </p:nvSpPr>
          <p:spPr>
            <a:xfrm>
              <a:off x="2541240" y="11617200"/>
              <a:ext cx="36360" cy="20340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203400"/>
                <a:gd name="textAreaBottom" fmla="*/ 203760 h 203400"/>
              </a:gdLst>
              <a:ahLst/>
              <a:cxnLst/>
              <a:rect l="textAreaLeft" t="textAreaTop" r="textAreaRight" b="textAreaBottom"/>
              <a:pathLst>
                <a:path w="126" h="574">
                  <a:moveTo>
                    <a:pt x="126" y="288"/>
                  </a:moveTo>
                  <a:cubicBezTo>
                    <a:pt x="126" y="242"/>
                    <a:pt x="122" y="173"/>
                    <a:pt x="91" y="108"/>
                  </a:cubicBezTo>
                  <a:cubicBezTo>
                    <a:pt x="58" y="38"/>
                    <a:pt x="11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8"/>
                    <a:pt x="0" y="8"/>
                    <a:pt x="11" y="20"/>
                  </a:cubicBezTo>
                  <a:cubicBezTo>
                    <a:pt x="64" y="75"/>
                    <a:pt x="95" y="167"/>
                    <a:pt x="95" y="288"/>
                  </a:cubicBezTo>
                  <a:cubicBezTo>
                    <a:pt x="95" y="386"/>
                    <a:pt x="75" y="488"/>
                    <a:pt x="6" y="560"/>
                  </a:cubicBezTo>
                  <a:cubicBezTo>
                    <a:pt x="0" y="566"/>
                    <a:pt x="0" y="568"/>
                    <a:pt x="0" y="570"/>
                  </a:cubicBezTo>
                  <a:cubicBezTo>
                    <a:pt x="0" y="573"/>
                    <a:pt x="2" y="574"/>
                    <a:pt x="5" y="574"/>
                  </a:cubicBezTo>
                  <a:cubicBezTo>
                    <a:pt x="11" y="574"/>
                    <a:pt x="61" y="535"/>
                    <a:pt x="92" y="463"/>
                  </a:cubicBezTo>
                  <a:cubicBezTo>
                    <a:pt x="120" y="399"/>
                    <a:pt x="126" y="336"/>
                    <a:pt x="126" y="28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8" name="Freeform 177"/>
            <p:cNvSpPr/>
            <p:nvPr/>
          </p:nvSpPr>
          <p:spPr>
            <a:xfrm>
              <a:off x="2603160" y="11678760"/>
              <a:ext cx="72000" cy="92520"/>
            </a:xfrm>
            <a:custGeom>
              <a:avLst/>
              <a:gdLst>
                <a:gd name="textAreaLeft" fmla="*/ 0 w 72000"/>
                <a:gd name="textAreaRight" fmla="*/ 72360 w 7200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42" h="265">
                  <a:moveTo>
                    <a:pt x="176" y="26"/>
                  </a:moveTo>
                  <a:cubicBezTo>
                    <a:pt x="167" y="36"/>
                    <a:pt x="165" y="48"/>
                    <a:pt x="165" y="54"/>
                  </a:cubicBezTo>
                  <a:cubicBezTo>
                    <a:pt x="165" y="79"/>
                    <a:pt x="184" y="90"/>
                    <a:pt x="200" y="90"/>
                  </a:cubicBezTo>
                  <a:cubicBezTo>
                    <a:pt x="217" y="90"/>
                    <a:pt x="234" y="77"/>
                    <a:pt x="234" y="54"/>
                  </a:cubicBezTo>
                  <a:cubicBezTo>
                    <a:pt x="234" y="3"/>
                    <a:pt x="170" y="0"/>
                    <a:pt x="139" y="0"/>
                  </a:cubicBezTo>
                  <a:cubicBezTo>
                    <a:pt x="40" y="0"/>
                    <a:pt x="0" y="67"/>
                    <a:pt x="0" y="133"/>
                  </a:cubicBezTo>
                  <a:cubicBezTo>
                    <a:pt x="0" y="210"/>
                    <a:pt x="51" y="265"/>
                    <a:pt x="136" y="265"/>
                  </a:cubicBezTo>
                  <a:cubicBezTo>
                    <a:pt x="225" y="265"/>
                    <a:pt x="242" y="198"/>
                    <a:pt x="242" y="193"/>
                  </a:cubicBezTo>
                  <a:cubicBezTo>
                    <a:pt x="242" y="185"/>
                    <a:pt x="234" y="185"/>
                    <a:pt x="228" y="185"/>
                  </a:cubicBezTo>
                  <a:cubicBezTo>
                    <a:pt x="218" y="185"/>
                    <a:pt x="217" y="187"/>
                    <a:pt x="215" y="195"/>
                  </a:cubicBezTo>
                  <a:cubicBezTo>
                    <a:pt x="200" y="231"/>
                    <a:pt x="175" y="241"/>
                    <a:pt x="147" y="241"/>
                  </a:cubicBezTo>
                  <a:cubicBezTo>
                    <a:pt x="70" y="241"/>
                    <a:pt x="70" y="157"/>
                    <a:pt x="70" y="131"/>
                  </a:cubicBezTo>
                  <a:cubicBezTo>
                    <a:pt x="70" y="98"/>
                    <a:pt x="70" y="23"/>
                    <a:pt x="140" y="23"/>
                  </a:cubicBezTo>
                  <a:cubicBezTo>
                    <a:pt x="159" y="23"/>
                    <a:pt x="168" y="25"/>
                    <a:pt x="176" y="2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9" name="Freeform 178"/>
            <p:cNvSpPr/>
            <p:nvPr/>
          </p:nvSpPr>
          <p:spPr>
            <a:xfrm>
              <a:off x="2695680" y="11578680"/>
              <a:ext cx="28440" cy="14184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141840"/>
                <a:gd name="textAreaBottom" fmla="*/ 142200 h 141840"/>
              </a:gdLst>
              <a:ahLst/>
              <a:cxnLst/>
              <a:rect l="textAreaLeft" t="textAreaTop" r="textAreaRight" b="textAreaBottom"/>
              <a:pathLst>
                <a:path w="99" h="403">
                  <a:moveTo>
                    <a:pt x="92" y="0"/>
                  </a:moveTo>
                  <a:cubicBezTo>
                    <a:pt x="20" y="54"/>
                    <a:pt x="0" y="139"/>
                    <a:pt x="0" y="201"/>
                  </a:cubicBezTo>
                  <a:cubicBezTo>
                    <a:pt x="0" y="257"/>
                    <a:pt x="17" y="345"/>
                    <a:pt x="92" y="403"/>
                  </a:cubicBezTo>
                  <a:cubicBezTo>
                    <a:pt x="95" y="403"/>
                    <a:pt x="99" y="403"/>
                    <a:pt x="99" y="398"/>
                  </a:cubicBezTo>
                  <a:cubicBezTo>
                    <a:pt x="99" y="394"/>
                    <a:pt x="99" y="394"/>
                    <a:pt x="96" y="391"/>
                  </a:cubicBezTo>
                  <a:cubicBezTo>
                    <a:pt x="45" y="342"/>
                    <a:pt x="26" y="275"/>
                    <a:pt x="26" y="201"/>
                  </a:cubicBezTo>
                  <a:cubicBezTo>
                    <a:pt x="26" y="93"/>
                    <a:pt x="65" y="39"/>
                    <a:pt x="98" y="10"/>
                  </a:cubicBezTo>
                  <a:cubicBezTo>
                    <a:pt x="99" y="8"/>
                    <a:pt x="99" y="6"/>
                    <a:pt x="99" y="5"/>
                  </a:cubicBezTo>
                  <a:cubicBezTo>
                    <a:pt x="99" y="0"/>
                    <a:pt x="95" y="0"/>
                    <a:pt x="9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0" name="Freeform 179"/>
            <p:cNvSpPr/>
            <p:nvPr/>
          </p:nvSpPr>
          <p:spPr>
            <a:xfrm>
              <a:off x="2740320" y="11623320"/>
              <a:ext cx="69840" cy="6300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63000"/>
                <a:gd name="textAreaBottom" fmla="*/ 63360 h 63000"/>
              </a:gdLst>
              <a:ahLst/>
              <a:cxnLst/>
              <a:rect l="textAreaLeft" t="textAreaTop" r="textAreaRight" b="textAreaBottom"/>
              <a:pathLst>
                <a:path w="234" h="182">
                  <a:moveTo>
                    <a:pt x="28" y="153"/>
                  </a:moveTo>
                  <a:cubicBezTo>
                    <a:pt x="27" y="157"/>
                    <a:pt x="25" y="167"/>
                    <a:pt x="25" y="169"/>
                  </a:cubicBezTo>
                  <a:cubicBezTo>
                    <a:pt x="25" y="177"/>
                    <a:pt x="31" y="182"/>
                    <a:pt x="38" y="182"/>
                  </a:cubicBezTo>
                  <a:cubicBezTo>
                    <a:pt x="44" y="182"/>
                    <a:pt x="49" y="176"/>
                    <a:pt x="52" y="172"/>
                  </a:cubicBezTo>
                  <a:cubicBezTo>
                    <a:pt x="54" y="168"/>
                    <a:pt x="58" y="156"/>
                    <a:pt x="59" y="148"/>
                  </a:cubicBezTo>
                  <a:cubicBezTo>
                    <a:pt x="61" y="141"/>
                    <a:pt x="66" y="121"/>
                    <a:pt x="67" y="112"/>
                  </a:cubicBezTo>
                  <a:cubicBezTo>
                    <a:pt x="70" y="103"/>
                    <a:pt x="72" y="94"/>
                    <a:pt x="73" y="85"/>
                  </a:cubicBezTo>
                  <a:cubicBezTo>
                    <a:pt x="78" y="69"/>
                    <a:pt x="80" y="66"/>
                    <a:pt x="91" y="48"/>
                  </a:cubicBezTo>
                  <a:cubicBezTo>
                    <a:pt x="102" y="33"/>
                    <a:pt x="119" y="12"/>
                    <a:pt x="148" y="12"/>
                  </a:cubicBezTo>
                  <a:cubicBezTo>
                    <a:pt x="170" y="12"/>
                    <a:pt x="170" y="31"/>
                    <a:pt x="170" y="40"/>
                  </a:cubicBezTo>
                  <a:cubicBezTo>
                    <a:pt x="170" y="64"/>
                    <a:pt x="155" y="108"/>
                    <a:pt x="148" y="125"/>
                  </a:cubicBezTo>
                  <a:cubicBezTo>
                    <a:pt x="144" y="136"/>
                    <a:pt x="142" y="141"/>
                    <a:pt x="142" y="148"/>
                  </a:cubicBezTo>
                  <a:cubicBezTo>
                    <a:pt x="142" y="169"/>
                    <a:pt x="159" y="182"/>
                    <a:pt x="178" y="182"/>
                  </a:cubicBezTo>
                  <a:cubicBezTo>
                    <a:pt x="217" y="182"/>
                    <a:pt x="234" y="126"/>
                    <a:pt x="234" y="120"/>
                  </a:cubicBezTo>
                  <a:cubicBezTo>
                    <a:pt x="234" y="115"/>
                    <a:pt x="229" y="115"/>
                    <a:pt x="228" y="115"/>
                  </a:cubicBezTo>
                  <a:cubicBezTo>
                    <a:pt x="222" y="115"/>
                    <a:pt x="222" y="118"/>
                    <a:pt x="220" y="121"/>
                  </a:cubicBezTo>
                  <a:cubicBezTo>
                    <a:pt x="212" y="154"/>
                    <a:pt x="195" y="171"/>
                    <a:pt x="180" y="171"/>
                  </a:cubicBezTo>
                  <a:cubicBezTo>
                    <a:pt x="172" y="171"/>
                    <a:pt x="170" y="166"/>
                    <a:pt x="170" y="156"/>
                  </a:cubicBezTo>
                  <a:cubicBezTo>
                    <a:pt x="170" y="148"/>
                    <a:pt x="172" y="143"/>
                    <a:pt x="180" y="123"/>
                  </a:cubicBezTo>
                  <a:cubicBezTo>
                    <a:pt x="184" y="112"/>
                    <a:pt x="200" y="69"/>
                    <a:pt x="200" y="46"/>
                  </a:cubicBezTo>
                  <a:cubicBezTo>
                    <a:pt x="200" y="7"/>
                    <a:pt x="170" y="0"/>
                    <a:pt x="150" y="0"/>
                  </a:cubicBezTo>
                  <a:cubicBezTo>
                    <a:pt x="117" y="0"/>
                    <a:pt x="97" y="20"/>
                    <a:pt x="84" y="36"/>
                  </a:cubicBezTo>
                  <a:cubicBezTo>
                    <a:pt x="81" y="9"/>
                    <a:pt x="59" y="0"/>
                    <a:pt x="44" y="0"/>
                  </a:cubicBezTo>
                  <a:cubicBezTo>
                    <a:pt x="27" y="0"/>
                    <a:pt x="19" y="13"/>
                    <a:pt x="13" y="22"/>
                  </a:cubicBezTo>
                  <a:cubicBezTo>
                    <a:pt x="5" y="36"/>
                    <a:pt x="0" y="59"/>
                    <a:pt x="0" y="63"/>
                  </a:cubicBezTo>
                  <a:cubicBezTo>
                    <a:pt x="0" y="67"/>
                    <a:pt x="5" y="67"/>
                    <a:pt x="6" y="67"/>
                  </a:cubicBezTo>
                  <a:cubicBezTo>
                    <a:pt x="11" y="67"/>
                    <a:pt x="11" y="66"/>
                    <a:pt x="14" y="54"/>
                  </a:cubicBezTo>
                  <a:cubicBezTo>
                    <a:pt x="20" y="31"/>
                    <a:pt x="27" y="12"/>
                    <a:pt x="42" y="12"/>
                  </a:cubicBezTo>
                  <a:cubicBezTo>
                    <a:pt x="52" y="12"/>
                    <a:pt x="55" y="20"/>
                    <a:pt x="55" y="31"/>
                  </a:cubicBezTo>
                  <a:cubicBezTo>
                    <a:pt x="55" y="40"/>
                    <a:pt x="51" y="53"/>
                    <a:pt x="48" y="64"/>
                  </a:cubicBezTo>
                  <a:cubicBezTo>
                    <a:pt x="46" y="75"/>
                    <a:pt x="42" y="92"/>
                    <a:pt x="41" y="100"/>
                  </a:cubicBezTo>
                  <a:cubicBezTo>
                    <a:pt x="37" y="118"/>
                    <a:pt x="32" y="135"/>
                    <a:pt x="28" y="15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1" name="Freeform 180"/>
            <p:cNvSpPr/>
            <p:nvPr/>
          </p:nvSpPr>
          <p:spPr>
            <a:xfrm>
              <a:off x="2825640" y="11578680"/>
              <a:ext cx="28800" cy="14184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141840"/>
                <a:gd name="textAreaBottom" fmla="*/ 142200 h 141840"/>
              </a:gdLst>
              <a:ahLst/>
              <a:cxnLst/>
              <a:rect l="textAreaLeft" t="textAreaTop" r="textAreaRight" b="textAreaBottom"/>
              <a:pathLst>
                <a:path w="100" h="403">
                  <a:moveTo>
                    <a:pt x="8" y="0"/>
                  </a:moveTo>
                  <a:cubicBezTo>
                    <a:pt x="5" y="0"/>
                    <a:pt x="0" y="0"/>
                    <a:pt x="0" y="5"/>
                  </a:cubicBezTo>
                  <a:cubicBezTo>
                    <a:pt x="0" y="6"/>
                    <a:pt x="2" y="8"/>
                    <a:pt x="3" y="11"/>
                  </a:cubicBezTo>
                  <a:cubicBezTo>
                    <a:pt x="38" y="42"/>
                    <a:pt x="74" y="96"/>
                    <a:pt x="74" y="201"/>
                  </a:cubicBezTo>
                  <a:cubicBezTo>
                    <a:pt x="74" y="285"/>
                    <a:pt x="49" y="349"/>
                    <a:pt x="8" y="388"/>
                  </a:cubicBezTo>
                  <a:cubicBezTo>
                    <a:pt x="0" y="394"/>
                    <a:pt x="0" y="395"/>
                    <a:pt x="0" y="398"/>
                  </a:cubicBezTo>
                  <a:cubicBezTo>
                    <a:pt x="0" y="400"/>
                    <a:pt x="2" y="403"/>
                    <a:pt x="5" y="403"/>
                  </a:cubicBezTo>
                  <a:cubicBezTo>
                    <a:pt x="10" y="403"/>
                    <a:pt x="47" y="375"/>
                    <a:pt x="72" y="326"/>
                  </a:cubicBezTo>
                  <a:cubicBezTo>
                    <a:pt x="89" y="291"/>
                    <a:pt x="100" y="249"/>
                    <a:pt x="100" y="201"/>
                  </a:cubicBezTo>
                  <a:cubicBezTo>
                    <a:pt x="100" y="144"/>
                    <a:pt x="85" y="56"/>
                    <a:pt x="8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2" name="Freeform 181"/>
            <p:cNvSpPr/>
            <p:nvPr/>
          </p:nvSpPr>
          <p:spPr>
            <a:xfrm>
              <a:off x="2929320" y="11716200"/>
              <a:ext cx="100440" cy="6840"/>
            </a:xfrm>
            <a:custGeom>
              <a:avLst/>
              <a:gdLst>
                <a:gd name="textAreaLeft" fmla="*/ 0 w 100440"/>
                <a:gd name="textAreaRight" fmla="*/ 100800 w 10044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335" h="23">
                  <a:moveTo>
                    <a:pt x="316" y="23"/>
                  </a:moveTo>
                  <a:cubicBezTo>
                    <a:pt x="326" y="23"/>
                    <a:pt x="335" y="23"/>
                    <a:pt x="335" y="11"/>
                  </a:cubicBezTo>
                  <a:cubicBezTo>
                    <a:pt x="335" y="0"/>
                    <a:pt x="326" y="0"/>
                    <a:pt x="316" y="0"/>
                  </a:cubicBezTo>
                  <a:cubicBezTo>
                    <a:pt x="218" y="0"/>
                    <a:pt x="119" y="0"/>
                    <a:pt x="20" y="0"/>
                  </a:cubicBezTo>
                  <a:cubicBezTo>
                    <a:pt x="11" y="0"/>
                    <a:pt x="0" y="0"/>
                    <a:pt x="0" y="11"/>
                  </a:cubicBezTo>
                  <a:cubicBezTo>
                    <a:pt x="0" y="23"/>
                    <a:pt x="11" y="23"/>
                    <a:pt x="20" y="23"/>
                  </a:cubicBezTo>
                  <a:cubicBezTo>
                    <a:pt x="119" y="23"/>
                    <a:pt x="218" y="23"/>
                    <a:pt x="316" y="2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7800" rIns="90000" bIns="-378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3" name="Freeform 182"/>
            <p:cNvSpPr/>
            <p:nvPr/>
          </p:nvSpPr>
          <p:spPr>
            <a:xfrm>
              <a:off x="3117960" y="11495880"/>
              <a:ext cx="53280" cy="135000"/>
            </a:xfrm>
            <a:custGeom>
              <a:avLst/>
              <a:gdLst>
                <a:gd name="textAreaLeft" fmla="*/ 0 w 53280"/>
                <a:gd name="textAreaRight" fmla="*/ 53640 w 53280"/>
                <a:gd name="textAreaTop" fmla="*/ 0 h 135000"/>
                <a:gd name="textAreaBottom" fmla="*/ 135360 h 135000"/>
              </a:gdLst>
              <a:ahLst/>
              <a:cxnLst/>
              <a:rect l="textAreaLeft" t="textAreaTop" r="textAreaRight" b="textAreaBottom"/>
              <a:pathLst>
                <a:path w="181" h="384">
                  <a:moveTo>
                    <a:pt x="113" y="15"/>
                  </a:moveTo>
                  <a:cubicBezTo>
                    <a:pt x="113" y="2"/>
                    <a:pt x="113" y="0"/>
                    <a:pt x="100" y="0"/>
                  </a:cubicBezTo>
                  <a:cubicBezTo>
                    <a:pt x="66" y="36"/>
                    <a:pt x="18" y="36"/>
                    <a:pt x="0" y="36"/>
                  </a:cubicBezTo>
                  <a:cubicBezTo>
                    <a:pt x="0" y="42"/>
                    <a:pt x="0" y="48"/>
                    <a:pt x="0" y="54"/>
                  </a:cubicBezTo>
                  <a:cubicBezTo>
                    <a:pt x="11" y="54"/>
                    <a:pt x="44" y="54"/>
                    <a:pt x="72" y="40"/>
                  </a:cubicBezTo>
                  <a:cubicBezTo>
                    <a:pt x="72" y="139"/>
                    <a:pt x="72" y="238"/>
                    <a:pt x="72" y="338"/>
                  </a:cubicBezTo>
                  <a:cubicBezTo>
                    <a:pt x="72" y="359"/>
                    <a:pt x="71" y="366"/>
                    <a:pt x="21" y="366"/>
                  </a:cubicBezTo>
                  <a:cubicBezTo>
                    <a:pt x="15" y="366"/>
                    <a:pt x="9" y="366"/>
                    <a:pt x="4" y="366"/>
                  </a:cubicBezTo>
                  <a:cubicBezTo>
                    <a:pt x="4" y="372"/>
                    <a:pt x="4" y="378"/>
                    <a:pt x="4" y="384"/>
                  </a:cubicBezTo>
                  <a:cubicBezTo>
                    <a:pt x="22" y="382"/>
                    <a:pt x="71" y="382"/>
                    <a:pt x="92" y="382"/>
                  </a:cubicBezTo>
                  <a:cubicBezTo>
                    <a:pt x="114" y="382"/>
                    <a:pt x="163" y="382"/>
                    <a:pt x="181" y="384"/>
                  </a:cubicBezTo>
                  <a:cubicBezTo>
                    <a:pt x="181" y="378"/>
                    <a:pt x="181" y="372"/>
                    <a:pt x="181" y="366"/>
                  </a:cubicBezTo>
                  <a:cubicBezTo>
                    <a:pt x="176" y="366"/>
                    <a:pt x="170" y="366"/>
                    <a:pt x="164" y="366"/>
                  </a:cubicBezTo>
                  <a:cubicBezTo>
                    <a:pt x="114" y="366"/>
                    <a:pt x="113" y="359"/>
                    <a:pt x="113" y="338"/>
                  </a:cubicBezTo>
                  <a:cubicBezTo>
                    <a:pt x="113" y="230"/>
                    <a:pt x="113" y="123"/>
                    <a:pt x="113" y="1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4" name="Freeform 183"/>
            <p:cNvSpPr/>
            <p:nvPr/>
          </p:nvSpPr>
          <p:spPr>
            <a:xfrm>
              <a:off x="3103200" y="11716200"/>
              <a:ext cx="82440" cy="6840"/>
            </a:xfrm>
            <a:custGeom>
              <a:avLst/>
              <a:gdLst>
                <a:gd name="textAreaLeft" fmla="*/ 0 w 82440"/>
                <a:gd name="textAreaRight" fmla="*/ 82800 w 8244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275" h="23">
                  <a:moveTo>
                    <a:pt x="0" y="0"/>
                  </a:moveTo>
                  <a:cubicBezTo>
                    <a:pt x="92" y="0"/>
                    <a:pt x="183" y="0"/>
                    <a:pt x="275" y="0"/>
                  </a:cubicBezTo>
                  <a:cubicBezTo>
                    <a:pt x="275" y="7"/>
                    <a:pt x="275" y="15"/>
                    <a:pt x="275" y="23"/>
                  </a:cubicBezTo>
                  <a:cubicBezTo>
                    <a:pt x="183" y="23"/>
                    <a:pt x="92" y="23"/>
                    <a:pt x="0" y="23"/>
                  </a:cubicBezTo>
                  <a:cubicBezTo>
                    <a:pt x="0" y="15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7800" rIns="90000" bIns="-378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5" name="Freeform 184"/>
            <p:cNvSpPr/>
            <p:nvPr/>
          </p:nvSpPr>
          <p:spPr>
            <a:xfrm>
              <a:off x="3111480" y="11775600"/>
              <a:ext cx="65520" cy="135720"/>
            </a:xfrm>
            <a:custGeom>
              <a:avLst/>
              <a:gdLst>
                <a:gd name="textAreaLeft" fmla="*/ 0 w 65520"/>
                <a:gd name="textAreaRight" fmla="*/ 65880 w 655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220" h="383">
                  <a:moveTo>
                    <a:pt x="42" y="339"/>
                  </a:moveTo>
                  <a:cubicBezTo>
                    <a:pt x="61" y="319"/>
                    <a:pt x="81" y="299"/>
                    <a:pt x="101" y="280"/>
                  </a:cubicBezTo>
                  <a:cubicBezTo>
                    <a:pt x="187" y="201"/>
                    <a:pt x="220" y="170"/>
                    <a:pt x="220" y="113"/>
                  </a:cubicBezTo>
                  <a:cubicBezTo>
                    <a:pt x="220" y="47"/>
                    <a:pt x="170" y="0"/>
                    <a:pt x="103" y="0"/>
                  </a:cubicBezTo>
                  <a:cubicBezTo>
                    <a:pt x="40" y="0"/>
                    <a:pt x="0" y="54"/>
                    <a:pt x="0" y="105"/>
                  </a:cubicBezTo>
                  <a:cubicBezTo>
                    <a:pt x="0" y="137"/>
                    <a:pt x="28" y="137"/>
                    <a:pt x="29" y="137"/>
                  </a:cubicBezTo>
                  <a:cubicBezTo>
                    <a:pt x="39" y="137"/>
                    <a:pt x="57" y="129"/>
                    <a:pt x="57" y="106"/>
                  </a:cubicBezTo>
                  <a:cubicBezTo>
                    <a:pt x="57" y="92"/>
                    <a:pt x="48" y="77"/>
                    <a:pt x="29" y="77"/>
                  </a:cubicBezTo>
                  <a:cubicBezTo>
                    <a:pt x="25" y="77"/>
                    <a:pt x="23" y="77"/>
                    <a:pt x="21" y="77"/>
                  </a:cubicBezTo>
                  <a:cubicBezTo>
                    <a:pt x="34" y="39"/>
                    <a:pt x="64" y="18"/>
                    <a:pt x="96" y="18"/>
                  </a:cubicBezTo>
                  <a:cubicBezTo>
                    <a:pt x="145" y="18"/>
                    <a:pt x="170" y="65"/>
                    <a:pt x="170" y="113"/>
                  </a:cubicBezTo>
                  <a:cubicBezTo>
                    <a:pt x="170" y="159"/>
                    <a:pt x="142" y="203"/>
                    <a:pt x="112" y="239"/>
                  </a:cubicBezTo>
                  <a:cubicBezTo>
                    <a:pt x="77" y="280"/>
                    <a:pt x="41" y="321"/>
                    <a:pt x="6" y="362"/>
                  </a:cubicBezTo>
                  <a:cubicBezTo>
                    <a:pt x="0" y="368"/>
                    <a:pt x="0" y="370"/>
                    <a:pt x="0" y="383"/>
                  </a:cubicBezTo>
                  <a:cubicBezTo>
                    <a:pt x="68" y="383"/>
                    <a:pt x="136" y="383"/>
                    <a:pt x="204" y="383"/>
                  </a:cubicBezTo>
                  <a:cubicBezTo>
                    <a:pt x="209" y="350"/>
                    <a:pt x="214" y="316"/>
                    <a:pt x="220" y="283"/>
                  </a:cubicBezTo>
                  <a:cubicBezTo>
                    <a:pt x="215" y="283"/>
                    <a:pt x="210" y="283"/>
                    <a:pt x="206" y="283"/>
                  </a:cubicBezTo>
                  <a:cubicBezTo>
                    <a:pt x="202" y="301"/>
                    <a:pt x="199" y="326"/>
                    <a:pt x="193" y="335"/>
                  </a:cubicBezTo>
                  <a:cubicBezTo>
                    <a:pt x="190" y="339"/>
                    <a:pt x="152" y="339"/>
                    <a:pt x="142" y="339"/>
                  </a:cubicBezTo>
                  <a:cubicBezTo>
                    <a:pt x="108" y="339"/>
                    <a:pt x="75" y="339"/>
                    <a:pt x="42" y="33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6" name="Freeform 185"/>
            <p:cNvSpPr/>
            <p:nvPr/>
          </p:nvSpPr>
          <p:spPr>
            <a:xfrm>
              <a:off x="3211920" y="11680560"/>
              <a:ext cx="81720" cy="91800"/>
            </a:xfrm>
            <a:custGeom>
              <a:avLst/>
              <a:gdLst>
                <a:gd name="textAreaLeft" fmla="*/ 0 w 81720"/>
                <a:gd name="textAreaRight" fmla="*/ 82080 w 81720"/>
                <a:gd name="textAreaTop" fmla="*/ 0 h 91800"/>
                <a:gd name="textAreaBottom" fmla="*/ 92160 h 91800"/>
              </a:gdLst>
              <a:ahLst/>
              <a:cxnLst/>
              <a:rect l="textAreaLeft" t="textAreaTop" r="textAreaRight" b="textAreaBottom"/>
              <a:pathLst>
                <a:path w="273" h="260">
                  <a:moveTo>
                    <a:pt x="167" y="80"/>
                  </a:moveTo>
                  <a:cubicBezTo>
                    <a:pt x="170" y="65"/>
                    <a:pt x="182" y="13"/>
                    <a:pt x="221" y="13"/>
                  </a:cubicBezTo>
                  <a:cubicBezTo>
                    <a:pt x="224" y="13"/>
                    <a:pt x="237" y="13"/>
                    <a:pt x="248" y="19"/>
                  </a:cubicBezTo>
                  <a:cubicBezTo>
                    <a:pt x="234" y="23"/>
                    <a:pt x="223" y="37"/>
                    <a:pt x="223" y="50"/>
                  </a:cubicBezTo>
                  <a:cubicBezTo>
                    <a:pt x="223" y="60"/>
                    <a:pt x="227" y="72"/>
                    <a:pt x="243" y="72"/>
                  </a:cubicBezTo>
                  <a:cubicBezTo>
                    <a:pt x="256" y="72"/>
                    <a:pt x="273" y="60"/>
                    <a:pt x="273" y="37"/>
                  </a:cubicBezTo>
                  <a:cubicBezTo>
                    <a:pt x="273" y="8"/>
                    <a:pt x="240" y="0"/>
                    <a:pt x="221" y="0"/>
                  </a:cubicBezTo>
                  <a:cubicBezTo>
                    <a:pt x="190" y="0"/>
                    <a:pt x="171" y="31"/>
                    <a:pt x="164" y="44"/>
                  </a:cubicBezTo>
                  <a:cubicBezTo>
                    <a:pt x="151" y="6"/>
                    <a:pt x="121" y="0"/>
                    <a:pt x="104" y="0"/>
                  </a:cubicBezTo>
                  <a:cubicBezTo>
                    <a:pt x="48" y="0"/>
                    <a:pt x="17" y="73"/>
                    <a:pt x="17" y="88"/>
                  </a:cubicBezTo>
                  <a:cubicBezTo>
                    <a:pt x="17" y="95"/>
                    <a:pt x="22" y="95"/>
                    <a:pt x="23" y="95"/>
                  </a:cubicBezTo>
                  <a:cubicBezTo>
                    <a:pt x="28" y="95"/>
                    <a:pt x="29" y="93"/>
                    <a:pt x="31" y="88"/>
                  </a:cubicBezTo>
                  <a:cubicBezTo>
                    <a:pt x="50" y="28"/>
                    <a:pt x="86" y="13"/>
                    <a:pt x="104" y="13"/>
                  </a:cubicBezTo>
                  <a:cubicBezTo>
                    <a:pt x="114" y="13"/>
                    <a:pt x="134" y="18"/>
                    <a:pt x="134" y="50"/>
                  </a:cubicBezTo>
                  <a:cubicBezTo>
                    <a:pt x="134" y="68"/>
                    <a:pt x="125" y="108"/>
                    <a:pt x="104" y="188"/>
                  </a:cubicBezTo>
                  <a:cubicBezTo>
                    <a:pt x="95" y="224"/>
                    <a:pt x="76" y="249"/>
                    <a:pt x="51" y="249"/>
                  </a:cubicBezTo>
                  <a:cubicBezTo>
                    <a:pt x="48" y="249"/>
                    <a:pt x="36" y="249"/>
                    <a:pt x="25" y="240"/>
                  </a:cubicBezTo>
                  <a:cubicBezTo>
                    <a:pt x="37" y="237"/>
                    <a:pt x="50" y="226"/>
                    <a:pt x="50" y="209"/>
                  </a:cubicBezTo>
                  <a:cubicBezTo>
                    <a:pt x="50" y="195"/>
                    <a:pt x="37" y="190"/>
                    <a:pt x="29" y="190"/>
                  </a:cubicBezTo>
                  <a:cubicBezTo>
                    <a:pt x="14" y="190"/>
                    <a:pt x="0" y="204"/>
                    <a:pt x="0" y="222"/>
                  </a:cubicBezTo>
                  <a:cubicBezTo>
                    <a:pt x="0" y="249"/>
                    <a:pt x="26" y="260"/>
                    <a:pt x="51" y="260"/>
                  </a:cubicBezTo>
                  <a:cubicBezTo>
                    <a:pt x="87" y="260"/>
                    <a:pt x="107" y="221"/>
                    <a:pt x="109" y="217"/>
                  </a:cubicBezTo>
                  <a:cubicBezTo>
                    <a:pt x="115" y="239"/>
                    <a:pt x="135" y="260"/>
                    <a:pt x="168" y="260"/>
                  </a:cubicBezTo>
                  <a:cubicBezTo>
                    <a:pt x="224" y="260"/>
                    <a:pt x="256" y="186"/>
                    <a:pt x="256" y="172"/>
                  </a:cubicBezTo>
                  <a:cubicBezTo>
                    <a:pt x="256" y="167"/>
                    <a:pt x="251" y="167"/>
                    <a:pt x="249" y="167"/>
                  </a:cubicBezTo>
                  <a:cubicBezTo>
                    <a:pt x="245" y="167"/>
                    <a:pt x="243" y="168"/>
                    <a:pt x="241" y="173"/>
                  </a:cubicBezTo>
                  <a:cubicBezTo>
                    <a:pt x="224" y="234"/>
                    <a:pt x="187" y="249"/>
                    <a:pt x="168" y="249"/>
                  </a:cubicBezTo>
                  <a:cubicBezTo>
                    <a:pt x="148" y="249"/>
                    <a:pt x="139" y="229"/>
                    <a:pt x="139" y="209"/>
                  </a:cubicBezTo>
                  <a:cubicBezTo>
                    <a:pt x="139" y="198"/>
                    <a:pt x="142" y="185"/>
                    <a:pt x="148" y="159"/>
                  </a:cubicBezTo>
                  <a:cubicBezTo>
                    <a:pt x="154" y="132"/>
                    <a:pt x="160" y="106"/>
                    <a:pt x="167" y="8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7" name="Freeform 186"/>
            <p:cNvSpPr/>
            <p:nvPr/>
          </p:nvSpPr>
          <p:spPr>
            <a:xfrm>
              <a:off x="3316320" y="11578680"/>
              <a:ext cx="28800" cy="14184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141840"/>
                <a:gd name="textAreaBottom" fmla="*/ 142200 h 141840"/>
              </a:gdLst>
              <a:ahLst/>
              <a:cxnLst/>
              <a:rect l="textAreaLeft" t="textAreaTop" r="textAreaRight" b="textAreaBottom"/>
              <a:pathLst>
                <a:path w="100" h="403">
                  <a:moveTo>
                    <a:pt x="92" y="0"/>
                  </a:moveTo>
                  <a:cubicBezTo>
                    <a:pt x="19" y="54"/>
                    <a:pt x="0" y="139"/>
                    <a:pt x="0" y="201"/>
                  </a:cubicBezTo>
                  <a:cubicBezTo>
                    <a:pt x="0" y="257"/>
                    <a:pt x="16" y="345"/>
                    <a:pt x="92" y="403"/>
                  </a:cubicBezTo>
                  <a:cubicBezTo>
                    <a:pt x="95" y="403"/>
                    <a:pt x="100" y="403"/>
                    <a:pt x="100" y="398"/>
                  </a:cubicBezTo>
                  <a:cubicBezTo>
                    <a:pt x="100" y="394"/>
                    <a:pt x="99" y="394"/>
                    <a:pt x="95" y="391"/>
                  </a:cubicBezTo>
                  <a:cubicBezTo>
                    <a:pt x="46" y="342"/>
                    <a:pt x="27" y="275"/>
                    <a:pt x="27" y="201"/>
                  </a:cubicBezTo>
                  <a:cubicBezTo>
                    <a:pt x="27" y="93"/>
                    <a:pt x="66" y="39"/>
                    <a:pt x="97" y="10"/>
                  </a:cubicBezTo>
                  <a:cubicBezTo>
                    <a:pt x="99" y="8"/>
                    <a:pt x="100" y="6"/>
                    <a:pt x="100" y="5"/>
                  </a:cubicBezTo>
                  <a:cubicBezTo>
                    <a:pt x="100" y="0"/>
                    <a:pt x="95" y="0"/>
                    <a:pt x="9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8" name="Freeform 187"/>
            <p:cNvSpPr/>
            <p:nvPr/>
          </p:nvSpPr>
          <p:spPr>
            <a:xfrm>
              <a:off x="3360240" y="11623320"/>
              <a:ext cx="70200" cy="6300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63000"/>
                <a:gd name="textAreaBottom" fmla="*/ 63360 h 63000"/>
              </a:gdLst>
              <a:ahLst/>
              <a:cxnLst/>
              <a:rect l="textAreaLeft" t="textAreaTop" r="textAreaRight" b="textAreaBottom"/>
              <a:pathLst>
                <a:path w="234" h="182">
                  <a:moveTo>
                    <a:pt x="28" y="153"/>
                  </a:moveTo>
                  <a:cubicBezTo>
                    <a:pt x="27" y="157"/>
                    <a:pt x="25" y="167"/>
                    <a:pt x="25" y="169"/>
                  </a:cubicBezTo>
                  <a:cubicBezTo>
                    <a:pt x="25" y="177"/>
                    <a:pt x="32" y="182"/>
                    <a:pt x="38" y="182"/>
                  </a:cubicBezTo>
                  <a:cubicBezTo>
                    <a:pt x="46" y="182"/>
                    <a:pt x="52" y="176"/>
                    <a:pt x="53" y="172"/>
                  </a:cubicBezTo>
                  <a:cubicBezTo>
                    <a:pt x="55" y="168"/>
                    <a:pt x="58" y="156"/>
                    <a:pt x="60" y="148"/>
                  </a:cubicBezTo>
                  <a:cubicBezTo>
                    <a:pt x="63" y="141"/>
                    <a:pt x="66" y="121"/>
                    <a:pt x="69" y="112"/>
                  </a:cubicBezTo>
                  <a:cubicBezTo>
                    <a:pt x="71" y="103"/>
                    <a:pt x="74" y="94"/>
                    <a:pt x="75" y="85"/>
                  </a:cubicBezTo>
                  <a:cubicBezTo>
                    <a:pt x="80" y="69"/>
                    <a:pt x="80" y="66"/>
                    <a:pt x="91" y="48"/>
                  </a:cubicBezTo>
                  <a:cubicBezTo>
                    <a:pt x="102" y="33"/>
                    <a:pt x="120" y="12"/>
                    <a:pt x="149" y="12"/>
                  </a:cubicBezTo>
                  <a:cubicBezTo>
                    <a:pt x="170" y="12"/>
                    <a:pt x="172" y="31"/>
                    <a:pt x="172" y="40"/>
                  </a:cubicBezTo>
                  <a:cubicBezTo>
                    <a:pt x="172" y="64"/>
                    <a:pt x="155" y="108"/>
                    <a:pt x="149" y="125"/>
                  </a:cubicBezTo>
                  <a:cubicBezTo>
                    <a:pt x="144" y="136"/>
                    <a:pt x="142" y="141"/>
                    <a:pt x="142" y="148"/>
                  </a:cubicBezTo>
                  <a:cubicBezTo>
                    <a:pt x="142" y="169"/>
                    <a:pt x="159" y="182"/>
                    <a:pt x="180" y="182"/>
                  </a:cubicBezTo>
                  <a:cubicBezTo>
                    <a:pt x="217" y="182"/>
                    <a:pt x="234" y="126"/>
                    <a:pt x="234" y="120"/>
                  </a:cubicBezTo>
                  <a:cubicBezTo>
                    <a:pt x="234" y="115"/>
                    <a:pt x="230" y="115"/>
                    <a:pt x="228" y="115"/>
                  </a:cubicBezTo>
                  <a:cubicBezTo>
                    <a:pt x="223" y="115"/>
                    <a:pt x="223" y="118"/>
                    <a:pt x="222" y="121"/>
                  </a:cubicBezTo>
                  <a:cubicBezTo>
                    <a:pt x="213" y="154"/>
                    <a:pt x="195" y="171"/>
                    <a:pt x="181" y="171"/>
                  </a:cubicBezTo>
                  <a:cubicBezTo>
                    <a:pt x="172" y="171"/>
                    <a:pt x="170" y="166"/>
                    <a:pt x="170" y="156"/>
                  </a:cubicBezTo>
                  <a:cubicBezTo>
                    <a:pt x="170" y="148"/>
                    <a:pt x="174" y="143"/>
                    <a:pt x="180" y="123"/>
                  </a:cubicBezTo>
                  <a:cubicBezTo>
                    <a:pt x="184" y="112"/>
                    <a:pt x="200" y="69"/>
                    <a:pt x="200" y="46"/>
                  </a:cubicBezTo>
                  <a:cubicBezTo>
                    <a:pt x="200" y="7"/>
                    <a:pt x="170" y="0"/>
                    <a:pt x="150" y="0"/>
                  </a:cubicBezTo>
                  <a:cubicBezTo>
                    <a:pt x="119" y="0"/>
                    <a:pt x="97" y="20"/>
                    <a:pt x="86" y="36"/>
                  </a:cubicBezTo>
                  <a:cubicBezTo>
                    <a:pt x="83" y="9"/>
                    <a:pt x="60" y="0"/>
                    <a:pt x="44" y="0"/>
                  </a:cubicBezTo>
                  <a:cubicBezTo>
                    <a:pt x="28" y="0"/>
                    <a:pt x="19" y="13"/>
                    <a:pt x="14" y="22"/>
                  </a:cubicBezTo>
                  <a:cubicBezTo>
                    <a:pt x="5" y="36"/>
                    <a:pt x="0" y="59"/>
                    <a:pt x="0" y="63"/>
                  </a:cubicBezTo>
                  <a:cubicBezTo>
                    <a:pt x="0" y="67"/>
                    <a:pt x="5" y="67"/>
                    <a:pt x="7" y="67"/>
                  </a:cubicBezTo>
                  <a:cubicBezTo>
                    <a:pt x="13" y="67"/>
                    <a:pt x="13" y="66"/>
                    <a:pt x="16" y="54"/>
                  </a:cubicBezTo>
                  <a:cubicBezTo>
                    <a:pt x="21" y="31"/>
                    <a:pt x="28" y="12"/>
                    <a:pt x="42" y="12"/>
                  </a:cubicBezTo>
                  <a:cubicBezTo>
                    <a:pt x="53" y="12"/>
                    <a:pt x="57" y="20"/>
                    <a:pt x="57" y="31"/>
                  </a:cubicBezTo>
                  <a:cubicBezTo>
                    <a:pt x="57" y="40"/>
                    <a:pt x="53" y="54"/>
                    <a:pt x="50" y="64"/>
                  </a:cubicBezTo>
                  <a:cubicBezTo>
                    <a:pt x="48" y="75"/>
                    <a:pt x="42" y="92"/>
                    <a:pt x="41" y="100"/>
                  </a:cubicBezTo>
                  <a:cubicBezTo>
                    <a:pt x="37" y="118"/>
                    <a:pt x="33" y="135"/>
                    <a:pt x="28" y="15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9" name="Freeform 188"/>
            <p:cNvSpPr/>
            <p:nvPr/>
          </p:nvSpPr>
          <p:spPr>
            <a:xfrm>
              <a:off x="3446640" y="11578680"/>
              <a:ext cx="28080" cy="14184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141840"/>
                <a:gd name="textAreaBottom" fmla="*/ 142200 h 141840"/>
              </a:gdLst>
              <a:ahLst/>
              <a:cxnLst/>
              <a:rect l="textAreaLeft" t="textAreaTop" r="textAreaRight" b="textAreaBottom"/>
              <a:pathLst>
                <a:path w="98" h="403">
                  <a:moveTo>
                    <a:pt x="6" y="0"/>
                  </a:moveTo>
                  <a:cubicBezTo>
                    <a:pt x="5" y="0"/>
                    <a:pt x="0" y="0"/>
                    <a:pt x="0" y="5"/>
                  </a:cubicBezTo>
                  <a:cubicBezTo>
                    <a:pt x="0" y="6"/>
                    <a:pt x="0" y="8"/>
                    <a:pt x="3" y="11"/>
                  </a:cubicBezTo>
                  <a:cubicBezTo>
                    <a:pt x="36" y="42"/>
                    <a:pt x="73" y="96"/>
                    <a:pt x="73" y="201"/>
                  </a:cubicBezTo>
                  <a:cubicBezTo>
                    <a:pt x="73" y="285"/>
                    <a:pt x="48" y="349"/>
                    <a:pt x="6" y="388"/>
                  </a:cubicBezTo>
                  <a:cubicBezTo>
                    <a:pt x="0" y="394"/>
                    <a:pt x="0" y="395"/>
                    <a:pt x="0" y="398"/>
                  </a:cubicBezTo>
                  <a:cubicBezTo>
                    <a:pt x="0" y="400"/>
                    <a:pt x="0" y="403"/>
                    <a:pt x="5" y="403"/>
                  </a:cubicBezTo>
                  <a:cubicBezTo>
                    <a:pt x="9" y="403"/>
                    <a:pt x="45" y="375"/>
                    <a:pt x="70" y="326"/>
                  </a:cubicBezTo>
                  <a:cubicBezTo>
                    <a:pt x="87" y="291"/>
                    <a:pt x="98" y="249"/>
                    <a:pt x="98" y="201"/>
                  </a:cubicBezTo>
                  <a:cubicBezTo>
                    <a:pt x="98" y="144"/>
                    <a:pt x="83" y="56"/>
                    <a:pt x="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0" name="Freeform 189"/>
            <p:cNvSpPr/>
            <p:nvPr/>
          </p:nvSpPr>
          <p:spPr>
            <a:xfrm>
              <a:off x="3515400" y="11617200"/>
              <a:ext cx="37080" cy="20340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03400"/>
                <a:gd name="textAreaBottom" fmla="*/ 203760 h 203400"/>
              </a:gdLst>
              <a:ahLst/>
              <a:cxnLst/>
              <a:rect l="textAreaLeft" t="textAreaTop" r="textAreaRight" b="textAreaBottom"/>
              <a:pathLst>
                <a:path w="128" h="574">
                  <a:moveTo>
                    <a:pt x="128" y="570"/>
                  </a:moveTo>
                  <a:cubicBezTo>
                    <a:pt x="128" y="568"/>
                    <a:pt x="128" y="566"/>
                    <a:pt x="118" y="556"/>
                  </a:cubicBezTo>
                  <a:cubicBezTo>
                    <a:pt x="50" y="484"/>
                    <a:pt x="32" y="375"/>
                    <a:pt x="32" y="288"/>
                  </a:cubicBezTo>
                  <a:cubicBezTo>
                    <a:pt x="32" y="187"/>
                    <a:pt x="53" y="87"/>
                    <a:pt x="120" y="15"/>
                  </a:cubicBezTo>
                  <a:cubicBezTo>
                    <a:pt x="128" y="8"/>
                    <a:pt x="128" y="8"/>
                    <a:pt x="128" y="5"/>
                  </a:cubicBezTo>
                  <a:cubicBezTo>
                    <a:pt x="128" y="2"/>
                    <a:pt x="125" y="0"/>
                    <a:pt x="121" y="0"/>
                  </a:cubicBezTo>
                  <a:cubicBezTo>
                    <a:pt x="117" y="0"/>
                    <a:pt x="67" y="39"/>
                    <a:pt x="34" y="111"/>
                  </a:cubicBezTo>
                  <a:cubicBezTo>
                    <a:pt x="8" y="175"/>
                    <a:pt x="0" y="239"/>
                    <a:pt x="0" y="288"/>
                  </a:cubicBezTo>
                  <a:cubicBezTo>
                    <a:pt x="0" y="332"/>
                    <a:pt x="6" y="403"/>
                    <a:pt x="36" y="466"/>
                  </a:cubicBezTo>
                  <a:cubicBezTo>
                    <a:pt x="70" y="537"/>
                    <a:pt x="117" y="574"/>
                    <a:pt x="121" y="574"/>
                  </a:cubicBezTo>
                  <a:cubicBezTo>
                    <a:pt x="125" y="574"/>
                    <a:pt x="128" y="573"/>
                    <a:pt x="128" y="57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1" name="Freeform 190"/>
            <p:cNvSpPr/>
            <p:nvPr/>
          </p:nvSpPr>
          <p:spPr>
            <a:xfrm>
              <a:off x="3570480" y="11678760"/>
              <a:ext cx="71640" cy="92520"/>
            </a:xfrm>
            <a:custGeom>
              <a:avLst/>
              <a:gdLst>
                <a:gd name="textAreaLeft" fmla="*/ 0 w 71640"/>
                <a:gd name="textAreaRight" fmla="*/ 72000 w 716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40" h="265">
                  <a:moveTo>
                    <a:pt x="176" y="26"/>
                  </a:moveTo>
                  <a:cubicBezTo>
                    <a:pt x="165" y="36"/>
                    <a:pt x="165" y="48"/>
                    <a:pt x="165" y="54"/>
                  </a:cubicBezTo>
                  <a:cubicBezTo>
                    <a:pt x="165" y="79"/>
                    <a:pt x="184" y="90"/>
                    <a:pt x="198" y="90"/>
                  </a:cubicBezTo>
                  <a:cubicBezTo>
                    <a:pt x="215" y="90"/>
                    <a:pt x="234" y="77"/>
                    <a:pt x="234" y="54"/>
                  </a:cubicBezTo>
                  <a:cubicBezTo>
                    <a:pt x="234" y="3"/>
                    <a:pt x="170" y="0"/>
                    <a:pt x="137" y="0"/>
                  </a:cubicBezTo>
                  <a:cubicBezTo>
                    <a:pt x="40" y="0"/>
                    <a:pt x="0" y="67"/>
                    <a:pt x="0" y="133"/>
                  </a:cubicBezTo>
                  <a:cubicBezTo>
                    <a:pt x="0" y="210"/>
                    <a:pt x="51" y="265"/>
                    <a:pt x="135" y="265"/>
                  </a:cubicBezTo>
                  <a:cubicBezTo>
                    <a:pt x="224" y="265"/>
                    <a:pt x="240" y="198"/>
                    <a:pt x="240" y="193"/>
                  </a:cubicBezTo>
                  <a:cubicBezTo>
                    <a:pt x="240" y="185"/>
                    <a:pt x="232" y="185"/>
                    <a:pt x="227" y="185"/>
                  </a:cubicBezTo>
                  <a:cubicBezTo>
                    <a:pt x="216" y="185"/>
                    <a:pt x="216" y="187"/>
                    <a:pt x="213" y="195"/>
                  </a:cubicBezTo>
                  <a:cubicBezTo>
                    <a:pt x="199" y="231"/>
                    <a:pt x="173" y="241"/>
                    <a:pt x="145" y="241"/>
                  </a:cubicBezTo>
                  <a:cubicBezTo>
                    <a:pt x="70" y="241"/>
                    <a:pt x="70" y="157"/>
                    <a:pt x="70" y="131"/>
                  </a:cubicBezTo>
                  <a:cubicBezTo>
                    <a:pt x="70" y="98"/>
                    <a:pt x="70" y="23"/>
                    <a:pt x="140" y="23"/>
                  </a:cubicBezTo>
                  <a:cubicBezTo>
                    <a:pt x="159" y="23"/>
                    <a:pt x="168" y="25"/>
                    <a:pt x="176" y="2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2" name="Freeform 191"/>
            <p:cNvSpPr/>
            <p:nvPr/>
          </p:nvSpPr>
          <p:spPr>
            <a:xfrm>
              <a:off x="3663000" y="11578680"/>
              <a:ext cx="28800" cy="14184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141840"/>
                <a:gd name="textAreaBottom" fmla="*/ 142200 h 141840"/>
              </a:gdLst>
              <a:ahLst/>
              <a:cxnLst/>
              <a:rect l="textAreaLeft" t="textAreaTop" r="textAreaRight" b="textAreaBottom"/>
              <a:pathLst>
                <a:path w="100" h="403">
                  <a:moveTo>
                    <a:pt x="92" y="0"/>
                  </a:moveTo>
                  <a:cubicBezTo>
                    <a:pt x="19" y="54"/>
                    <a:pt x="0" y="139"/>
                    <a:pt x="0" y="201"/>
                  </a:cubicBezTo>
                  <a:cubicBezTo>
                    <a:pt x="0" y="257"/>
                    <a:pt x="16" y="345"/>
                    <a:pt x="92" y="403"/>
                  </a:cubicBezTo>
                  <a:cubicBezTo>
                    <a:pt x="95" y="403"/>
                    <a:pt x="100" y="403"/>
                    <a:pt x="100" y="398"/>
                  </a:cubicBezTo>
                  <a:cubicBezTo>
                    <a:pt x="100" y="394"/>
                    <a:pt x="99" y="394"/>
                    <a:pt x="97" y="391"/>
                  </a:cubicBezTo>
                  <a:cubicBezTo>
                    <a:pt x="45" y="342"/>
                    <a:pt x="27" y="275"/>
                    <a:pt x="27" y="201"/>
                  </a:cubicBezTo>
                  <a:cubicBezTo>
                    <a:pt x="27" y="93"/>
                    <a:pt x="66" y="39"/>
                    <a:pt x="97" y="10"/>
                  </a:cubicBezTo>
                  <a:cubicBezTo>
                    <a:pt x="99" y="8"/>
                    <a:pt x="100" y="6"/>
                    <a:pt x="100" y="5"/>
                  </a:cubicBezTo>
                  <a:cubicBezTo>
                    <a:pt x="100" y="0"/>
                    <a:pt x="95" y="0"/>
                    <a:pt x="9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3" name="Freeform 192"/>
            <p:cNvSpPr/>
            <p:nvPr/>
          </p:nvSpPr>
          <p:spPr>
            <a:xfrm>
              <a:off x="3707640" y="11623320"/>
              <a:ext cx="69480" cy="63000"/>
            </a:xfrm>
            <a:custGeom>
              <a:avLst/>
              <a:gdLst>
                <a:gd name="textAreaLeft" fmla="*/ 0 w 69480"/>
                <a:gd name="textAreaRight" fmla="*/ 69840 w 69480"/>
                <a:gd name="textAreaTop" fmla="*/ 0 h 63000"/>
                <a:gd name="textAreaBottom" fmla="*/ 63360 h 63000"/>
              </a:gdLst>
              <a:ahLst/>
              <a:cxnLst/>
              <a:rect l="textAreaLeft" t="textAreaTop" r="textAreaRight" b="textAreaBottom"/>
              <a:pathLst>
                <a:path w="234" h="182">
                  <a:moveTo>
                    <a:pt x="30" y="153"/>
                  </a:moveTo>
                  <a:cubicBezTo>
                    <a:pt x="28" y="157"/>
                    <a:pt x="25" y="167"/>
                    <a:pt x="25" y="169"/>
                  </a:cubicBezTo>
                  <a:cubicBezTo>
                    <a:pt x="25" y="177"/>
                    <a:pt x="33" y="182"/>
                    <a:pt x="39" y="182"/>
                  </a:cubicBezTo>
                  <a:cubicBezTo>
                    <a:pt x="46" y="182"/>
                    <a:pt x="52" y="176"/>
                    <a:pt x="53" y="172"/>
                  </a:cubicBezTo>
                  <a:cubicBezTo>
                    <a:pt x="55" y="168"/>
                    <a:pt x="58" y="156"/>
                    <a:pt x="61" y="148"/>
                  </a:cubicBezTo>
                  <a:cubicBezTo>
                    <a:pt x="63" y="141"/>
                    <a:pt x="66" y="121"/>
                    <a:pt x="69" y="112"/>
                  </a:cubicBezTo>
                  <a:cubicBezTo>
                    <a:pt x="71" y="103"/>
                    <a:pt x="74" y="94"/>
                    <a:pt x="75" y="85"/>
                  </a:cubicBezTo>
                  <a:cubicBezTo>
                    <a:pt x="80" y="69"/>
                    <a:pt x="80" y="66"/>
                    <a:pt x="91" y="48"/>
                  </a:cubicBezTo>
                  <a:cubicBezTo>
                    <a:pt x="102" y="33"/>
                    <a:pt x="120" y="12"/>
                    <a:pt x="148" y="12"/>
                  </a:cubicBezTo>
                  <a:cubicBezTo>
                    <a:pt x="172" y="12"/>
                    <a:pt x="172" y="31"/>
                    <a:pt x="172" y="40"/>
                  </a:cubicBezTo>
                  <a:cubicBezTo>
                    <a:pt x="172" y="64"/>
                    <a:pt x="155" y="108"/>
                    <a:pt x="148" y="125"/>
                  </a:cubicBezTo>
                  <a:cubicBezTo>
                    <a:pt x="145" y="136"/>
                    <a:pt x="144" y="141"/>
                    <a:pt x="144" y="148"/>
                  </a:cubicBezTo>
                  <a:cubicBezTo>
                    <a:pt x="144" y="169"/>
                    <a:pt x="161" y="182"/>
                    <a:pt x="180" y="182"/>
                  </a:cubicBezTo>
                  <a:cubicBezTo>
                    <a:pt x="219" y="182"/>
                    <a:pt x="234" y="126"/>
                    <a:pt x="234" y="120"/>
                  </a:cubicBezTo>
                  <a:cubicBezTo>
                    <a:pt x="234" y="115"/>
                    <a:pt x="231" y="117"/>
                    <a:pt x="230" y="115"/>
                  </a:cubicBezTo>
                  <a:cubicBezTo>
                    <a:pt x="223" y="115"/>
                    <a:pt x="223" y="118"/>
                    <a:pt x="222" y="121"/>
                  </a:cubicBezTo>
                  <a:cubicBezTo>
                    <a:pt x="212" y="154"/>
                    <a:pt x="197" y="171"/>
                    <a:pt x="181" y="171"/>
                  </a:cubicBezTo>
                  <a:cubicBezTo>
                    <a:pt x="173" y="171"/>
                    <a:pt x="172" y="166"/>
                    <a:pt x="172" y="156"/>
                  </a:cubicBezTo>
                  <a:cubicBezTo>
                    <a:pt x="172" y="148"/>
                    <a:pt x="173" y="143"/>
                    <a:pt x="180" y="123"/>
                  </a:cubicBezTo>
                  <a:cubicBezTo>
                    <a:pt x="184" y="112"/>
                    <a:pt x="200" y="69"/>
                    <a:pt x="200" y="46"/>
                  </a:cubicBezTo>
                  <a:cubicBezTo>
                    <a:pt x="200" y="7"/>
                    <a:pt x="170" y="0"/>
                    <a:pt x="150" y="0"/>
                  </a:cubicBezTo>
                  <a:cubicBezTo>
                    <a:pt x="119" y="0"/>
                    <a:pt x="97" y="20"/>
                    <a:pt x="86" y="36"/>
                  </a:cubicBezTo>
                  <a:cubicBezTo>
                    <a:pt x="83" y="9"/>
                    <a:pt x="61" y="0"/>
                    <a:pt x="44" y="0"/>
                  </a:cubicBezTo>
                  <a:cubicBezTo>
                    <a:pt x="28" y="0"/>
                    <a:pt x="19" y="13"/>
                    <a:pt x="14" y="22"/>
                  </a:cubicBezTo>
                  <a:cubicBezTo>
                    <a:pt x="7" y="36"/>
                    <a:pt x="0" y="59"/>
                    <a:pt x="0" y="63"/>
                  </a:cubicBezTo>
                  <a:cubicBezTo>
                    <a:pt x="0" y="67"/>
                    <a:pt x="4" y="66"/>
                    <a:pt x="7" y="67"/>
                  </a:cubicBezTo>
                  <a:cubicBezTo>
                    <a:pt x="13" y="67"/>
                    <a:pt x="13" y="66"/>
                    <a:pt x="16" y="54"/>
                  </a:cubicBezTo>
                  <a:cubicBezTo>
                    <a:pt x="21" y="31"/>
                    <a:pt x="28" y="12"/>
                    <a:pt x="44" y="12"/>
                  </a:cubicBezTo>
                  <a:cubicBezTo>
                    <a:pt x="53" y="12"/>
                    <a:pt x="56" y="20"/>
                    <a:pt x="56" y="31"/>
                  </a:cubicBezTo>
                  <a:cubicBezTo>
                    <a:pt x="56" y="40"/>
                    <a:pt x="53" y="54"/>
                    <a:pt x="50" y="64"/>
                  </a:cubicBezTo>
                  <a:cubicBezTo>
                    <a:pt x="47" y="75"/>
                    <a:pt x="44" y="92"/>
                    <a:pt x="41" y="100"/>
                  </a:cubicBezTo>
                  <a:cubicBezTo>
                    <a:pt x="37" y="118"/>
                    <a:pt x="34" y="135"/>
                    <a:pt x="30" y="15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4" name="Freeform 193"/>
            <p:cNvSpPr/>
            <p:nvPr/>
          </p:nvSpPr>
          <p:spPr>
            <a:xfrm>
              <a:off x="3793320" y="11578680"/>
              <a:ext cx="28440" cy="14184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141840"/>
                <a:gd name="textAreaBottom" fmla="*/ 142200 h 141840"/>
              </a:gdLst>
              <a:ahLst/>
              <a:cxnLst/>
              <a:rect l="textAreaLeft" t="textAreaTop" r="textAreaRight" b="textAreaBottom"/>
              <a:pathLst>
                <a:path w="100" h="403">
                  <a:moveTo>
                    <a:pt x="6" y="0"/>
                  </a:moveTo>
                  <a:cubicBezTo>
                    <a:pt x="5" y="0"/>
                    <a:pt x="0" y="0"/>
                    <a:pt x="0" y="5"/>
                  </a:cubicBezTo>
                  <a:cubicBezTo>
                    <a:pt x="0" y="6"/>
                    <a:pt x="2" y="8"/>
                    <a:pt x="3" y="11"/>
                  </a:cubicBezTo>
                  <a:cubicBezTo>
                    <a:pt x="36" y="42"/>
                    <a:pt x="73" y="96"/>
                    <a:pt x="73" y="201"/>
                  </a:cubicBezTo>
                  <a:cubicBezTo>
                    <a:pt x="73" y="285"/>
                    <a:pt x="48" y="349"/>
                    <a:pt x="6" y="388"/>
                  </a:cubicBezTo>
                  <a:cubicBezTo>
                    <a:pt x="0" y="394"/>
                    <a:pt x="0" y="395"/>
                    <a:pt x="0" y="398"/>
                  </a:cubicBezTo>
                  <a:cubicBezTo>
                    <a:pt x="0" y="400"/>
                    <a:pt x="2" y="403"/>
                    <a:pt x="5" y="403"/>
                  </a:cubicBezTo>
                  <a:cubicBezTo>
                    <a:pt x="9" y="403"/>
                    <a:pt x="45" y="375"/>
                    <a:pt x="72" y="326"/>
                  </a:cubicBezTo>
                  <a:cubicBezTo>
                    <a:pt x="87" y="291"/>
                    <a:pt x="100" y="249"/>
                    <a:pt x="100" y="201"/>
                  </a:cubicBezTo>
                  <a:cubicBezTo>
                    <a:pt x="100" y="144"/>
                    <a:pt x="83" y="56"/>
                    <a:pt x="6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5" name="Freeform 194"/>
            <p:cNvSpPr/>
            <p:nvPr/>
          </p:nvSpPr>
          <p:spPr>
            <a:xfrm>
              <a:off x="3846240" y="11585160"/>
              <a:ext cx="41400" cy="13032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130320"/>
                <a:gd name="textAreaBottom" fmla="*/ 130680 h 130320"/>
              </a:gdLst>
              <a:ahLst/>
              <a:cxnLst/>
              <a:rect l="textAreaLeft" t="textAreaTop" r="textAreaRight" b="textAreaBottom"/>
              <a:pathLst>
                <a:path w="142" h="370">
                  <a:moveTo>
                    <a:pt x="77" y="116"/>
                  </a:moveTo>
                  <a:cubicBezTo>
                    <a:pt x="81" y="116"/>
                    <a:pt x="86" y="116"/>
                    <a:pt x="97" y="119"/>
                  </a:cubicBezTo>
                  <a:cubicBezTo>
                    <a:pt x="109" y="124"/>
                    <a:pt x="119" y="126"/>
                    <a:pt x="127" y="126"/>
                  </a:cubicBezTo>
                  <a:cubicBezTo>
                    <a:pt x="141" y="126"/>
                    <a:pt x="142" y="115"/>
                    <a:pt x="142" y="110"/>
                  </a:cubicBezTo>
                  <a:cubicBezTo>
                    <a:pt x="142" y="106"/>
                    <a:pt x="141" y="95"/>
                    <a:pt x="127" y="95"/>
                  </a:cubicBezTo>
                  <a:cubicBezTo>
                    <a:pt x="119" y="95"/>
                    <a:pt x="109" y="96"/>
                    <a:pt x="97" y="101"/>
                  </a:cubicBezTo>
                  <a:cubicBezTo>
                    <a:pt x="86" y="103"/>
                    <a:pt x="81" y="105"/>
                    <a:pt x="77" y="105"/>
                  </a:cubicBezTo>
                  <a:cubicBezTo>
                    <a:pt x="77" y="92"/>
                    <a:pt x="80" y="74"/>
                    <a:pt x="81" y="62"/>
                  </a:cubicBezTo>
                  <a:cubicBezTo>
                    <a:pt x="83" y="54"/>
                    <a:pt x="86" y="33"/>
                    <a:pt x="86" y="20"/>
                  </a:cubicBezTo>
                  <a:cubicBezTo>
                    <a:pt x="86" y="6"/>
                    <a:pt x="81" y="0"/>
                    <a:pt x="72" y="0"/>
                  </a:cubicBezTo>
                  <a:cubicBezTo>
                    <a:pt x="63" y="0"/>
                    <a:pt x="56" y="5"/>
                    <a:pt x="56" y="20"/>
                  </a:cubicBezTo>
                  <a:cubicBezTo>
                    <a:pt x="56" y="33"/>
                    <a:pt x="59" y="52"/>
                    <a:pt x="61" y="65"/>
                  </a:cubicBezTo>
                  <a:cubicBezTo>
                    <a:pt x="63" y="70"/>
                    <a:pt x="66" y="90"/>
                    <a:pt x="67" y="105"/>
                  </a:cubicBezTo>
                  <a:cubicBezTo>
                    <a:pt x="61" y="105"/>
                    <a:pt x="58" y="103"/>
                    <a:pt x="45" y="101"/>
                  </a:cubicBezTo>
                  <a:cubicBezTo>
                    <a:pt x="33" y="96"/>
                    <a:pt x="24" y="95"/>
                    <a:pt x="17" y="95"/>
                  </a:cubicBezTo>
                  <a:cubicBezTo>
                    <a:pt x="2" y="95"/>
                    <a:pt x="0" y="106"/>
                    <a:pt x="0" y="110"/>
                  </a:cubicBezTo>
                  <a:cubicBezTo>
                    <a:pt x="0" y="113"/>
                    <a:pt x="2" y="126"/>
                    <a:pt x="17" y="126"/>
                  </a:cubicBezTo>
                  <a:cubicBezTo>
                    <a:pt x="24" y="126"/>
                    <a:pt x="33" y="124"/>
                    <a:pt x="45" y="119"/>
                  </a:cubicBezTo>
                  <a:cubicBezTo>
                    <a:pt x="58" y="116"/>
                    <a:pt x="61" y="116"/>
                    <a:pt x="67" y="116"/>
                  </a:cubicBezTo>
                  <a:cubicBezTo>
                    <a:pt x="66" y="126"/>
                    <a:pt x="63" y="139"/>
                    <a:pt x="61" y="147"/>
                  </a:cubicBezTo>
                  <a:cubicBezTo>
                    <a:pt x="56" y="172"/>
                    <a:pt x="56" y="175"/>
                    <a:pt x="56" y="196"/>
                  </a:cubicBezTo>
                  <a:cubicBezTo>
                    <a:pt x="56" y="273"/>
                    <a:pt x="64" y="355"/>
                    <a:pt x="64" y="363"/>
                  </a:cubicBezTo>
                  <a:cubicBezTo>
                    <a:pt x="66" y="368"/>
                    <a:pt x="66" y="370"/>
                    <a:pt x="72" y="370"/>
                  </a:cubicBezTo>
                  <a:cubicBezTo>
                    <a:pt x="77" y="370"/>
                    <a:pt x="78" y="368"/>
                    <a:pt x="78" y="362"/>
                  </a:cubicBezTo>
                  <a:cubicBezTo>
                    <a:pt x="80" y="341"/>
                    <a:pt x="81" y="326"/>
                    <a:pt x="83" y="301"/>
                  </a:cubicBezTo>
                  <a:cubicBezTo>
                    <a:pt x="84" y="267"/>
                    <a:pt x="86" y="231"/>
                    <a:pt x="86" y="196"/>
                  </a:cubicBezTo>
                  <a:cubicBezTo>
                    <a:pt x="86" y="175"/>
                    <a:pt x="86" y="172"/>
                    <a:pt x="81" y="146"/>
                  </a:cubicBezTo>
                  <a:cubicBezTo>
                    <a:pt x="80" y="142"/>
                    <a:pt x="77" y="126"/>
                    <a:pt x="77" y="11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6" name="Freeform 195"/>
            <p:cNvSpPr/>
            <p:nvPr/>
          </p:nvSpPr>
          <p:spPr>
            <a:xfrm>
              <a:off x="3913200" y="11678760"/>
              <a:ext cx="72360" cy="9252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42" h="265">
                  <a:moveTo>
                    <a:pt x="176" y="26"/>
                  </a:moveTo>
                  <a:cubicBezTo>
                    <a:pt x="167" y="36"/>
                    <a:pt x="165" y="48"/>
                    <a:pt x="165" y="54"/>
                  </a:cubicBezTo>
                  <a:cubicBezTo>
                    <a:pt x="165" y="79"/>
                    <a:pt x="184" y="90"/>
                    <a:pt x="200" y="90"/>
                  </a:cubicBezTo>
                  <a:cubicBezTo>
                    <a:pt x="217" y="90"/>
                    <a:pt x="234" y="77"/>
                    <a:pt x="234" y="54"/>
                  </a:cubicBezTo>
                  <a:cubicBezTo>
                    <a:pt x="234" y="3"/>
                    <a:pt x="170" y="0"/>
                    <a:pt x="139" y="0"/>
                  </a:cubicBezTo>
                  <a:cubicBezTo>
                    <a:pt x="41" y="0"/>
                    <a:pt x="0" y="67"/>
                    <a:pt x="0" y="133"/>
                  </a:cubicBezTo>
                  <a:cubicBezTo>
                    <a:pt x="0" y="210"/>
                    <a:pt x="52" y="265"/>
                    <a:pt x="136" y="265"/>
                  </a:cubicBezTo>
                  <a:cubicBezTo>
                    <a:pt x="225" y="265"/>
                    <a:pt x="242" y="198"/>
                    <a:pt x="242" y="193"/>
                  </a:cubicBezTo>
                  <a:cubicBezTo>
                    <a:pt x="242" y="185"/>
                    <a:pt x="234" y="185"/>
                    <a:pt x="228" y="185"/>
                  </a:cubicBezTo>
                  <a:cubicBezTo>
                    <a:pt x="218" y="185"/>
                    <a:pt x="217" y="187"/>
                    <a:pt x="215" y="195"/>
                  </a:cubicBezTo>
                  <a:cubicBezTo>
                    <a:pt x="201" y="231"/>
                    <a:pt x="175" y="241"/>
                    <a:pt x="147" y="241"/>
                  </a:cubicBezTo>
                  <a:cubicBezTo>
                    <a:pt x="70" y="241"/>
                    <a:pt x="70" y="157"/>
                    <a:pt x="70" y="131"/>
                  </a:cubicBezTo>
                  <a:cubicBezTo>
                    <a:pt x="70" y="98"/>
                    <a:pt x="70" y="23"/>
                    <a:pt x="141" y="23"/>
                  </a:cubicBezTo>
                  <a:cubicBezTo>
                    <a:pt x="161" y="23"/>
                    <a:pt x="170" y="25"/>
                    <a:pt x="176" y="2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7" name="Freeform 196"/>
            <p:cNvSpPr/>
            <p:nvPr/>
          </p:nvSpPr>
          <p:spPr>
            <a:xfrm>
              <a:off x="4006080" y="11578680"/>
              <a:ext cx="28440" cy="14184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141840"/>
                <a:gd name="textAreaBottom" fmla="*/ 142200 h 141840"/>
              </a:gdLst>
              <a:ahLst/>
              <a:cxnLst/>
              <a:rect l="textAreaLeft" t="textAreaTop" r="textAreaRight" b="textAreaBottom"/>
              <a:pathLst>
                <a:path w="99" h="403">
                  <a:moveTo>
                    <a:pt x="92" y="0"/>
                  </a:moveTo>
                  <a:cubicBezTo>
                    <a:pt x="19" y="54"/>
                    <a:pt x="0" y="139"/>
                    <a:pt x="0" y="201"/>
                  </a:cubicBezTo>
                  <a:cubicBezTo>
                    <a:pt x="0" y="257"/>
                    <a:pt x="16" y="345"/>
                    <a:pt x="92" y="403"/>
                  </a:cubicBezTo>
                  <a:cubicBezTo>
                    <a:pt x="95" y="403"/>
                    <a:pt x="99" y="403"/>
                    <a:pt x="99" y="398"/>
                  </a:cubicBezTo>
                  <a:cubicBezTo>
                    <a:pt x="99" y="394"/>
                    <a:pt x="99" y="394"/>
                    <a:pt x="95" y="391"/>
                  </a:cubicBezTo>
                  <a:cubicBezTo>
                    <a:pt x="44" y="342"/>
                    <a:pt x="25" y="275"/>
                    <a:pt x="25" y="201"/>
                  </a:cubicBezTo>
                  <a:cubicBezTo>
                    <a:pt x="25" y="93"/>
                    <a:pt x="66" y="39"/>
                    <a:pt x="97" y="10"/>
                  </a:cubicBezTo>
                  <a:cubicBezTo>
                    <a:pt x="99" y="8"/>
                    <a:pt x="99" y="6"/>
                    <a:pt x="99" y="5"/>
                  </a:cubicBezTo>
                  <a:cubicBezTo>
                    <a:pt x="99" y="0"/>
                    <a:pt x="95" y="0"/>
                    <a:pt x="9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8" name="Freeform 197"/>
            <p:cNvSpPr/>
            <p:nvPr/>
          </p:nvSpPr>
          <p:spPr>
            <a:xfrm>
              <a:off x="4050360" y="11623320"/>
              <a:ext cx="69840" cy="6300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63000"/>
                <a:gd name="textAreaBottom" fmla="*/ 63360 h 63000"/>
              </a:gdLst>
              <a:ahLst/>
              <a:cxnLst/>
              <a:rect l="textAreaLeft" t="textAreaTop" r="textAreaRight" b="textAreaBottom"/>
              <a:pathLst>
                <a:path w="234" h="182">
                  <a:moveTo>
                    <a:pt x="28" y="153"/>
                  </a:moveTo>
                  <a:cubicBezTo>
                    <a:pt x="27" y="157"/>
                    <a:pt x="25" y="167"/>
                    <a:pt x="25" y="169"/>
                  </a:cubicBezTo>
                  <a:cubicBezTo>
                    <a:pt x="25" y="177"/>
                    <a:pt x="32" y="182"/>
                    <a:pt x="38" y="182"/>
                  </a:cubicBezTo>
                  <a:cubicBezTo>
                    <a:pt x="44" y="182"/>
                    <a:pt x="51" y="176"/>
                    <a:pt x="53" y="172"/>
                  </a:cubicBezTo>
                  <a:cubicBezTo>
                    <a:pt x="56" y="168"/>
                    <a:pt x="58" y="156"/>
                    <a:pt x="60" y="148"/>
                  </a:cubicBezTo>
                  <a:cubicBezTo>
                    <a:pt x="61" y="141"/>
                    <a:pt x="66" y="121"/>
                    <a:pt x="67" y="112"/>
                  </a:cubicBezTo>
                  <a:cubicBezTo>
                    <a:pt x="71" y="103"/>
                    <a:pt x="72" y="94"/>
                    <a:pt x="75" y="85"/>
                  </a:cubicBezTo>
                  <a:cubicBezTo>
                    <a:pt x="78" y="69"/>
                    <a:pt x="80" y="66"/>
                    <a:pt x="91" y="48"/>
                  </a:cubicBezTo>
                  <a:cubicBezTo>
                    <a:pt x="102" y="33"/>
                    <a:pt x="119" y="12"/>
                    <a:pt x="149" y="12"/>
                  </a:cubicBezTo>
                  <a:cubicBezTo>
                    <a:pt x="170" y="12"/>
                    <a:pt x="170" y="31"/>
                    <a:pt x="170" y="40"/>
                  </a:cubicBezTo>
                  <a:cubicBezTo>
                    <a:pt x="170" y="64"/>
                    <a:pt x="155" y="108"/>
                    <a:pt x="149" y="125"/>
                  </a:cubicBezTo>
                  <a:cubicBezTo>
                    <a:pt x="144" y="136"/>
                    <a:pt x="142" y="141"/>
                    <a:pt x="142" y="148"/>
                  </a:cubicBezTo>
                  <a:cubicBezTo>
                    <a:pt x="142" y="169"/>
                    <a:pt x="159" y="182"/>
                    <a:pt x="178" y="182"/>
                  </a:cubicBezTo>
                  <a:cubicBezTo>
                    <a:pt x="217" y="182"/>
                    <a:pt x="234" y="126"/>
                    <a:pt x="234" y="120"/>
                  </a:cubicBezTo>
                  <a:cubicBezTo>
                    <a:pt x="234" y="115"/>
                    <a:pt x="230" y="115"/>
                    <a:pt x="228" y="115"/>
                  </a:cubicBezTo>
                  <a:cubicBezTo>
                    <a:pt x="223" y="115"/>
                    <a:pt x="222" y="118"/>
                    <a:pt x="220" y="121"/>
                  </a:cubicBezTo>
                  <a:cubicBezTo>
                    <a:pt x="212" y="154"/>
                    <a:pt x="195" y="171"/>
                    <a:pt x="180" y="171"/>
                  </a:cubicBezTo>
                  <a:cubicBezTo>
                    <a:pt x="172" y="171"/>
                    <a:pt x="170" y="166"/>
                    <a:pt x="170" y="156"/>
                  </a:cubicBezTo>
                  <a:cubicBezTo>
                    <a:pt x="170" y="148"/>
                    <a:pt x="172" y="143"/>
                    <a:pt x="180" y="123"/>
                  </a:cubicBezTo>
                  <a:cubicBezTo>
                    <a:pt x="184" y="112"/>
                    <a:pt x="200" y="69"/>
                    <a:pt x="200" y="46"/>
                  </a:cubicBezTo>
                  <a:cubicBezTo>
                    <a:pt x="200" y="7"/>
                    <a:pt x="170" y="0"/>
                    <a:pt x="150" y="0"/>
                  </a:cubicBezTo>
                  <a:cubicBezTo>
                    <a:pt x="117" y="0"/>
                    <a:pt x="97" y="20"/>
                    <a:pt x="85" y="36"/>
                  </a:cubicBezTo>
                  <a:cubicBezTo>
                    <a:pt x="83" y="9"/>
                    <a:pt x="60" y="0"/>
                    <a:pt x="44" y="0"/>
                  </a:cubicBezTo>
                  <a:cubicBezTo>
                    <a:pt x="27" y="0"/>
                    <a:pt x="19" y="13"/>
                    <a:pt x="13" y="22"/>
                  </a:cubicBezTo>
                  <a:cubicBezTo>
                    <a:pt x="5" y="36"/>
                    <a:pt x="0" y="59"/>
                    <a:pt x="0" y="63"/>
                  </a:cubicBezTo>
                  <a:cubicBezTo>
                    <a:pt x="0" y="67"/>
                    <a:pt x="5" y="67"/>
                    <a:pt x="7" y="67"/>
                  </a:cubicBezTo>
                  <a:cubicBezTo>
                    <a:pt x="11" y="67"/>
                    <a:pt x="11" y="66"/>
                    <a:pt x="14" y="54"/>
                  </a:cubicBezTo>
                  <a:cubicBezTo>
                    <a:pt x="21" y="31"/>
                    <a:pt x="28" y="12"/>
                    <a:pt x="42" y="12"/>
                  </a:cubicBezTo>
                  <a:cubicBezTo>
                    <a:pt x="53" y="12"/>
                    <a:pt x="55" y="20"/>
                    <a:pt x="55" y="31"/>
                  </a:cubicBezTo>
                  <a:cubicBezTo>
                    <a:pt x="55" y="40"/>
                    <a:pt x="51" y="53"/>
                    <a:pt x="49" y="64"/>
                  </a:cubicBezTo>
                  <a:cubicBezTo>
                    <a:pt x="46" y="75"/>
                    <a:pt x="42" y="92"/>
                    <a:pt x="41" y="100"/>
                  </a:cubicBezTo>
                  <a:cubicBezTo>
                    <a:pt x="37" y="118"/>
                    <a:pt x="33" y="135"/>
                    <a:pt x="28" y="15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9" name="Freeform 198"/>
            <p:cNvSpPr/>
            <p:nvPr/>
          </p:nvSpPr>
          <p:spPr>
            <a:xfrm>
              <a:off x="4136040" y="11578680"/>
              <a:ext cx="28440" cy="14184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141840"/>
                <a:gd name="textAreaBottom" fmla="*/ 142200 h 141840"/>
              </a:gdLst>
              <a:ahLst/>
              <a:cxnLst/>
              <a:rect l="textAreaLeft" t="textAreaTop" r="textAreaRight" b="textAreaBottom"/>
              <a:pathLst>
                <a:path w="99" h="403">
                  <a:moveTo>
                    <a:pt x="7" y="0"/>
                  </a:moveTo>
                  <a:cubicBezTo>
                    <a:pt x="4" y="0"/>
                    <a:pt x="0" y="0"/>
                    <a:pt x="0" y="5"/>
                  </a:cubicBezTo>
                  <a:cubicBezTo>
                    <a:pt x="0" y="6"/>
                    <a:pt x="1" y="8"/>
                    <a:pt x="3" y="11"/>
                  </a:cubicBezTo>
                  <a:cubicBezTo>
                    <a:pt x="37" y="42"/>
                    <a:pt x="73" y="96"/>
                    <a:pt x="73" y="201"/>
                  </a:cubicBezTo>
                  <a:cubicBezTo>
                    <a:pt x="73" y="285"/>
                    <a:pt x="48" y="349"/>
                    <a:pt x="7" y="388"/>
                  </a:cubicBezTo>
                  <a:cubicBezTo>
                    <a:pt x="0" y="394"/>
                    <a:pt x="0" y="395"/>
                    <a:pt x="0" y="398"/>
                  </a:cubicBezTo>
                  <a:cubicBezTo>
                    <a:pt x="0" y="400"/>
                    <a:pt x="1" y="403"/>
                    <a:pt x="4" y="403"/>
                  </a:cubicBezTo>
                  <a:cubicBezTo>
                    <a:pt x="9" y="403"/>
                    <a:pt x="46" y="375"/>
                    <a:pt x="71" y="326"/>
                  </a:cubicBezTo>
                  <a:cubicBezTo>
                    <a:pt x="88" y="291"/>
                    <a:pt x="99" y="249"/>
                    <a:pt x="99" y="201"/>
                  </a:cubicBezTo>
                  <a:cubicBezTo>
                    <a:pt x="99" y="144"/>
                    <a:pt x="84" y="56"/>
                    <a:pt x="7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0" name="Freeform 199"/>
            <p:cNvSpPr/>
            <p:nvPr/>
          </p:nvSpPr>
          <p:spPr>
            <a:xfrm>
              <a:off x="4239720" y="11716200"/>
              <a:ext cx="100440" cy="6840"/>
            </a:xfrm>
            <a:custGeom>
              <a:avLst/>
              <a:gdLst>
                <a:gd name="textAreaLeft" fmla="*/ 0 w 100440"/>
                <a:gd name="textAreaRight" fmla="*/ 100800 w 100440"/>
                <a:gd name="textAreaTop" fmla="*/ 0 h 6840"/>
                <a:gd name="textAreaBottom" fmla="*/ 7200 h 6840"/>
              </a:gdLst>
              <a:ahLst/>
              <a:cxnLst/>
              <a:rect l="textAreaLeft" t="textAreaTop" r="textAreaRight" b="textAreaBottom"/>
              <a:pathLst>
                <a:path w="335" h="23">
                  <a:moveTo>
                    <a:pt x="317" y="23"/>
                  </a:moveTo>
                  <a:cubicBezTo>
                    <a:pt x="326" y="23"/>
                    <a:pt x="335" y="23"/>
                    <a:pt x="335" y="11"/>
                  </a:cubicBezTo>
                  <a:cubicBezTo>
                    <a:pt x="335" y="0"/>
                    <a:pt x="326" y="0"/>
                    <a:pt x="317" y="0"/>
                  </a:cubicBezTo>
                  <a:cubicBezTo>
                    <a:pt x="218" y="0"/>
                    <a:pt x="119" y="0"/>
                    <a:pt x="20" y="0"/>
                  </a:cubicBezTo>
                  <a:cubicBezTo>
                    <a:pt x="11" y="0"/>
                    <a:pt x="0" y="0"/>
                    <a:pt x="0" y="11"/>
                  </a:cubicBezTo>
                  <a:cubicBezTo>
                    <a:pt x="0" y="23"/>
                    <a:pt x="11" y="23"/>
                    <a:pt x="20" y="23"/>
                  </a:cubicBezTo>
                  <a:cubicBezTo>
                    <a:pt x="119" y="23"/>
                    <a:pt x="218" y="23"/>
                    <a:pt x="317" y="2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7800" rIns="90000" bIns="-378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1" name="Freeform 200"/>
            <p:cNvSpPr/>
            <p:nvPr/>
          </p:nvSpPr>
          <p:spPr>
            <a:xfrm>
              <a:off x="4408200" y="11633760"/>
              <a:ext cx="53640" cy="13536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135360"/>
                <a:gd name="textAreaBottom" fmla="*/ 135720 h 135360"/>
              </a:gdLst>
              <a:ahLst/>
              <a:cxnLst/>
              <a:rect l="textAreaLeft" t="textAreaTop" r="textAreaRight" b="textAreaBottom"/>
              <a:pathLst>
                <a:path w="181" h="383">
                  <a:moveTo>
                    <a:pt x="112" y="17"/>
                  </a:moveTo>
                  <a:cubicBezTo>
                    <a:pt x="112" y="2"/>
                    <a:pt x="112" y="0"/>
                    <a:pt x="100" y="0"/>
                  </a:cubicBezTo>
                  <a:cubicBezTo>
                    <a:pt x="66" y="38"/>
                    <a:pt x="17" y="38"/>
                    <a:pt x="0" y="38"/>
                  </a:cubicBezTo>
                  <a:cubicBezTo>
                    <a:pt x="0" y="44"/>
                    <a:pt x="0" y="50"/>
                    <a:pt x="0" y="56"/>
                  </a:cubicBezTo>
                  <a:cubicBezTo>
                    <a:pt x="11" y="56"/>
                    <a:pt x="44" y="56"/>
                    <a:pt x="72" y="41"/>
                  </a:cubicBezTo>
                  <a:cubicBezTo>
                    <a:pt x="72" y="141"/>
                    <a:pt x="72" y="240"/>
                    <a:pt x="72" y="339"/>
                  </a:cubicBezTo>
                  <a:cubicBezTo>
                    <a:pt x="72" y="359"/>
                    <a:pt x="70" y="367"/>
                    <a:pt x="20" y="367"/>
                  </a:cubicBezTo>
                  <a:cubicBezTo>
                    <a:pt x="15" y="367"/>
                    <a:pt x="9" y="367"/>
                    <a:pt x="3" y="367"/>
                  </a:cubicBezTo>
                  <a:cubicBezTo>
                    <a:pt x="3" y="373"/>
                    <a:pt x="3" y="378"/>
                    <a:pt x="3" y="383"/>
                  </a:cubicBezTo>
                  <a:cubicBezTo>
                    <a:pt x="22" y="382"/>
                    <a:pt x="70" y="382"/>
                    <a:pt x="92" y="382"/>
                  </a:cubicBezTo>
                  <a:cubicBezTo>
                    <a:pt x="114" y="382"/>
                    <a:pt x="162" y="382"/>
                    <a:pt x="181" y="383"/>
                  </a:cubicBezTo>
                  <a:cubicBezTo>
                    <a:pt x="181" y="378"/>
                    <a:pt x="181" y="373"/>
                    <a:pt x="181" y="367"/>
                  </a:cubicBezTo>
                  <a:cubicBezTo>
                    <a:pt x="175" y="367"/>
                    <a:pt x="170" y="367"/>
                    <a:pt x="164" y="367"/>
                  </a:cubicBezTo>
                  <a:cubicBezTo>
                    <a:pt x="114" y="367"/>
                    <a:pt x="112" y="361"/>
                    <a:pt x="112" y="339"/>
                  </a:cubicBezTo>
                  <a:cubicBezTo>
                    <a:pt x="112" y="232"/>
                    <a:pt x="112" y="124"/>
                    <a:pt x="112" y="1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2" name="Freeform 201"/>
            <p:cNvSpPr/>
            <p:nvPr/>
          </p:nvSpPr>
          <p:spPr>
            <a:xfrm>
              <a:off x="4486680" y="11617200"/>
              <a:ext cx="37080" cy="20340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203400"/>
                <a:gd name="textAreaBottom" fmla="*/ 203760 h 203400"/>
              </a:gdLst>
              <a:ahLst/>
              <a:cxnLst/>
              <a:rect l="textAreaLeft" t="textAreaTop" r="textAreaRight" b="textAreaBottom"/>
              <a:pathLst>
                <a:path w="128" h="574">
                  <a:moveTo>
                    <a:pt x="128" y="288"/>
                  </a:moveTo>
                  <a:cubicBezTo>
                    <a:pt x="128" y="242"/>
                    <a:pt x="122" y="173"/>
                    <a:pt x="92" y="108"/>
                  </a:cubicBezTo>
                  <a:cubicBezTo>
                    <a:pt x="59" y="38"/>
                    <a:pt x="11" y="0"/>
                    <a:pt x="6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8"/>
                    <a:pt x="0" y="8"/>
                    <a:pt x="11" y="20"/>
                  </a:cubicBezTo>
                  <a:cubicBezTo>
                    <a:pt x="65" y="75"/>
                    <a:pt x="97" y="167"/>
                    <a:pt x="97" y="288"/>
                  </a:cubicBezTo>
                  <a:cubicBezTo>
                    <a:pt x="97" y="386"/>
                    <a:pt x="76" y="488"/>
                    <a:pt x="8" y="560"/>
                  </a:cubicBezTo>
                  <a:cubicBezTo>
                    <a:pt x="0" y="566"/>
                    <a:pt x="0" y="568"/>
                    <a:pt x="0" y="570"/>
                  </a:cubicBezTo>
                  <a:cubicBezTo>
                    <a:pt x="0" y="573"/>
                    <a:pt x="3" y="574"/>
                    <a:pt x="6" y="574"/>
                  </a:cubicBezTo>
                  <a:cubicBezTo>
                    <a:pt x="11" y="574"/>
                    <a:pt x="61" y="535"/>
                    <a:pt x="94" y="463"/>
                  </a:cubicBezTo>
                  <a:cubicBezTo>
                    <a:pt x="122" y="399"/>
                    <a:pt x="128" y="336"/>
                    <a:pt x="128" y="28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3" name="Freeform 202"/>
            <p:cNvSpPr/>
            <p:nvPr/>
          </p:nvSpPr>
          <p:spPr>
            <a:xfrm>
              <a:off x="4544280" y="11473560"/>
              <a:ext cx="42480" cy="491760"/>
            </a:xfrm>
            <a:custGeom>
              <a:avLst/>
              <a:gdLst>
                <a:gd name="textAreaLeft" fmla="*/ 0 w 42480"/>
                <a:gd name="textAreaRight" fmla="*/ 42840 w 42480"/>
                <a:gd name="textAreaTop" fmla="*/ 0 h 491760"/>
                <a:gd name="textAreaBottom" fmla="*/ 492120 h 491760"/>
              </a:gdLst>
              <a:ahLst/>
              <a:cxnLst/>
              <a:rect l="textAreaLeft" t="textAreaTop" r="textAreaRight" b="textAreaBottom"/>
              <a:pathLst>
                <a:path w="144" h="1380">
                  <a:moveTo>
                    <a:pt x="114" y="1347"/>
                  </a:moveTo>
                  <a:cubicBezTo>
                    <a:pt x="76" y="1347"/>
                    <a:pt x="38" y="1347"/>
                    <a:pt x="0" y="1347"/>
                  </a:cubicBezTo>
                  <a:cubicBezTo>
                    <a:pt x="0" y="1358"/>
                    <a:pt x="0" y="1369"/>
                    <a:pt x="0" y="1380"/>
                  </a:cubicBezTo>
                  <a:cubicBezTo>
                    <a:pt x="48" y="1380"/>
                    <a:pt x="96" y="1380"/>
                    <a:pt x="144" y="1380"/>
                  </a:cubicBezTo>
                  <a:cubicBezTo>
                    <a:pt x="144" y="920"/>
                    <a:pt x="144" y="460"/>
                    <a:pt x="144" y="0"/>
                  </a:cubicBezTo>
                  <a:cubicBezTo>
                    <a:pt x="96" y="0"/>
                    <a:pt x="48" y="0"/>
                    <a:pt x="0" y="0"/>
                  </a:cubicBezTo>
                  <a:cubicBezTo>
                    <a:pt x="0" y="11"/>
                    <a:pt x="0" y="21"/>
                    <a:pt x="0" y="31"/>
                  </a:cubicBezTo>
                  <a:cubicBezTo>
                    <a:pt x="38" y="31"/>
                    <a:pt x="76" y="31"/>
                    <a:pt x="114" y="31"/>
                  </a:cubicBezTo>
                  <a:cubicBezTo>
                    <a:pt x="114" y="470"/>
                    <a:pt x="114" y="909"/>
                    <a:pt x="114" y="134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4" name="Freeform 203"/>
            <p:cNvSpPr/>
            <p:nvPr/>
          </p:nvSpPr>
          <p:spPr>
            <a:xfrm>
              <a:off x="758880" y="12210120"/>
              <a:ext cx="109800" cy="135360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0 h 135360"/>
                <a:gd name="textAreaBottom" fmla="*/ 135720 h 135360"/>
              </a:gdLst>
              <a:ahLst/>
              <a:cxnLst/>
              <a:rect l="textAreaLeft" t="textAreaTop" r="textAreaRight" b="textAreaBottom"/>
              <a:pathLst>
                <a:path w="365" h="383">
                  <a:moveTo>
                    <a:pt x="193" y="203"/>
                  </a:moveTo>
                  <a:cubicBezTo>
                    <a:pt x="244" y="203"/>
                    <a:pt x="295" y="203"/>
                    <a:pt x="346" y="203"/>
                  </a:cubicBezTo>
                  <a:cubicBezTo>
                    <a:pt x="354" y="203"/>
                    <a:pt x="365" y="203"/>
                    <a:pt x="365" y="191"/>
                  </a:cubicBezTo>
                  <a:cubicBezTo>
                    <a:pt x="365" y="180"/>
                    <a:pt x="354" y="180"/>
                    <a:pt x="346" y="180"/>
                  </a:cubicBezTo>
                  <a:cubicBezTo>
                    <a:pt x="295" y="180"/>
                    <a:pt x="244" y="180"/>
                    <a:pt x="193" y="180"/>
                  </a:cubicBezTo>
                  <a:cubicBezTo>
                    <a:pt x="193" y="126"/>
                    <a:pt x="193" y="73"/>
                    <a:pt x="193" y="19"/>
                  </a:cubicBezTo>
                  <a:cubicBezTo>
                    <a:pt x="193" y="11"/>
                    <a:pt x="193" y="0"/>
                    <a:pt x="182" y="0"/>
                  </a:cubicBezTo>
                  <a:cubicBezTo>
                    <a:pt x="171" y="0"/>
                    <a:pt x="171" y="11"/>
                    <a:pt x="171" y="19"/>
                  </a:cubicBezTo>
                  <a:cubicBezTo>
                    <a:pt x="171" y="73"/>
                    <a:pt x="171" y="126"/>
                    <a:pt x="171" y="180"/>
                  </a:cubicBezTo>
                  <a:cubicBezTo>
                    <a:pt x="120" y="180"/>
                    <a:pt x="69" y="180"/>
                    <a:pt x="19" y="180"/>
                  </a:cubicBezTo>
                  <a:cubicBezTo>
                    <a:pt x="11" y="180"/>
                    <a:pt x="0" y="180"/>
                    <a:pt x="0" y="191"/>
                  </a:cubicBezTo>
                  <a:cubicBezTo>
                    <a:pt x="0" y="203"/>
                    <a:pt x="11" y="203"/>
                    <a:pt x="19" y="203"/>
                  </a:cubicBezTo>
                  <a:cubicBezTo>
                    <a:pt x="69" y="203"/>
                    <a:pt x="120" y="203"/>
                    <a:pt x="171" y="203"/>
                  </a:cubicBezTo>
                  <a:cubicBezTo>
                    <a:pt x="171" y="257"/>
                    <a:pt x="171" y="311"/>
                    <a:pt x="171" y="365"/>
                  </a:cubicBezTo>
                  <a:cubicBezTo>
                    <a:pt x="171" y="373"/>
                    <a:pt x="171" y="383"/>
                    <a:pt x="182" y="383"/>
                  </a:cubicBezTo>
                  <a:cubicBezTo>
                    <a:pt x="193" y="383"/>
                    <a:pt x="193" y="373"/>
                    <a:pt x="193" y="365"/>
                  </a:cubicBezTo>
                  <a:cubicBezTo>
                    <a:pt x="193" y="311"/>
                    <a:pt x="193" y="257"/>
                    <a:pt x="193" y="20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5" name="Freeform 204"/>
            <p:cNvSpPr/>
            <p:nvPr/>
          </p:nvSpPr>
          <p:spPr>
            <a:xfrm>
              <a:off x="925920" y="12135240"/>
              <a:ext cx="221760" cy="285840"/>
            </a:xfrm>
            <a:custGeom>
              <a:avLst/>
              <a:gdLst>
                <a:gd name="textAreaLeft" fmla="*/ 0 w 221760"/>
                <a:gd name="textAreaRight" fmla="*/ 222120 w 221760"/>
                <a:gd name="textAreaTop" fmla="*/ 0 h 285840"/>
                <a:gd name="textAreaBottom" fmla="*/ 286200 h 285840"/>
              </a:gdLst>
              <a:ahLst/>
              <a:cxnLst/>
              <a:rect l="textAreaLeft" t="textAreaTop" r="textAreaRight" b="textAreaBottom"/>
              <a:pathLst>
                <a:path w="730" h="805">
                  <a:moveTo>
                    <a:pt x="665" y="805"/>
                  </a:moveTo>
                  <a:cubicBezTo>
                    <a:pt x="687" y="744"/>
                    <a:pt x="708" y="683"/>
                    <a:pt x="730" y="622"/>
                  </a:cubicBezTo>
                  <a:cubicBezTo>
                    <a:pt x="726" y="622"/>
                    <a:pt x="721" y="622"/>
                    <a:pt x="716" y="622"/>
                  </a:cubicBezTo>
                  <a:cubicBezTo>
                    <a:pt x="696" y="681"/>
                    <a:pt x="637" y="720"/>
                    <a:pt x="574" y="738"/>
                  </a:cubicBezTo>
                  <a:cubicBezTo>
                    <a:pt x="563" y="740"/>
                    <a:pt x="509" y="756"/>
                    <a:pt x="404" y="756"/>
                  </a:cubicBezTo>
                  <a:cubicBezTo>
                    <a:pt x="294" y="756"/>
                    <a:pt x="184" y="756"/>
                    <a:pt x="74" y="756"/>
                  </a:cubicBezTo>
                  <a:cubicBezTo>
                    <a:pt x="167" y="641"/>
                    <a:pt x="260" y="527"/>
                    <a:pt x="353" y="412"/>
                  </a:cubicBezTo>
                  <a:cubicBezTo>
                    <a:pt x="356" y="407"/>
                    <a:pt x="357" y="406"/>
                    <a:pt x="357" y="402"/>
                  </a:cubicBezTo>
                  <a:cubicBezTo>
                    <a:pt x="356" y="400"/>
                    <a:pt x="357" y="399"/>
                    <a:pt x="353" y="394"/>
                  </a:cubicBezTo>
                  <a:cubicBezTo>
                    <a:pt x="268" y="272"/>
                    <a:pt x="183" y="150"/>
                    <a:pt x="99" y="28"/>
                  </a:cubicBezTo>
                  <a:cubicBezTo>
                    <a:pt x="198" y="28"/>
                    <a:pt x="298" y="28"/>
                    <a:pt x="398" y="28"/>
                  </a:cubicBezTo>
                  <a:cubicBezTo>
                    <a:pt x="471" y="28"/>
                    <a:pt x="521" y="36"/>
                    <a:pt x="526" y="37"/>
                  </a:cubicBezTo>
                  <a:cubicBezTo>
                    <a:pt x="556" y="42"/>
                    <a:pt x="604" y="52"/>
                    <a:pt x="648" y="80"/>
                  </a:cubicBezTo>
                  <a:cubicBezTo>
                    <a:pt x="662" y="90"/>
                    <a:pt x="697" y="116"/>
                    <a:pt x="716" y="162"/>
                  </a:cubicBezTo>
                  <a:cubicBezTo>
                    <a:pt x="721" y="162"/>
                    <a:pt x="726" y="162"/>
                    <a:pt x="730" y="162"/>
                  </a:cubicBezTo>
                  <a:cubicBezTo>
                    <a:pt x="708" y="108"/>
                    <a:pt x="687" y="54"/>
                    <a:pt x="665" y="0"/>
                  </a:cubicBezTo>
                  <a:cubicBezTo>
                    <a:pt x="448" y="0"/>
                    <a:pt x="232" y="0"/>
                    <a:pt x="16" y="0"/>
                  </a:cubicBezTo>
                  <a:cubicBezTo>
                    <a:pt x="3" y="0"/>
                    <a:pt x="3" y="1"/>
                    <a:pt x="2" y="5"/>
                  </a:cubicBezTo>
                  <a:cubicBezTo>
                    <a:pt x="0" y="6"/>
                    <a:pt x="0" y="18"/>
                    <a:pt x="0" y="23"/>
                  </a:cubicBezTo>
                  <a:cubicBezTo>
                    <a:pt x="97" y="162"/>
                    <a:pt x="194" y="301"/>
                    <a:pt x="290" y="440"/>
                  </a:cubicBezTo>
                  <a:cubicBezTo>
                    <a:pt x="196" y="556"/>
                    <a:pt x="101" y="672"/>
                    <a:pt x="7" y="789"/>
                  </a:cubicBezTo>
                  <a:cubicBezTo>
                    <a:pt x="2" y="795"/>
                    <a:pt x="3" y="795"/>
                    <a:pt x="2" y="798"/>
                  </a:cubicBezTo>
                  <a:cubicBezTo>
                    <a:pt x="2" y="805"/>
                    <a:pt x="7" y="805"/>
                    <a:pt x="16" y="805"/>
                  </a:cubicBezTo>
                  <a:cubicBezTo>
                    <a:pt x="232" y="805"/>
                    <a:pt x="448" y="805"/>
                    <a:pt x="665" y="80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6" name="Freeform 205"/>
            <p:cNvSpPr/>
            <p:nvPr/>
          </p:nvSpPr>
          <p:spPr>
            <a:xfrm>
              <a:off x="985680" y="12510000"/>
              <a:ext cx="57600" cy="6300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63000"/>
                <a:gd name="textAreaBottom" fmla="*/ 63360 h 63000"/>
              </a:gdLst>
              <a:ahLst/>
              <a:cxnLst/>
              <a:rect l="textAreaLeft" t="textAreaTop" r="textAreaRight" b="textAreaBottom"/>
              <a:pathLst>
                <a:path w="195" h="182">
                  <a:moveTo>
                    <a:pt x="137" y="25"/>
                  </a:moveTo>
                  <a:cubicBezTo>
                    <a:pt x="129" y="10"/>
                    <a:pt x="117" y="0"/>
                    <a:pt x="98" y="0"/>
                  </a:cubicBezTo>
                  <a:cubicBezTo>
                    <a:pt x="50" y="0"/>
                    <a:pt x="0" y="58"/>
                    <a:pt x="0" y="115"/>
                  </a:cubicBezTo>
                  <a:cubicBezTo>
                    <a:pt x="0" y="154"/>
                    <a:pt x="25" y="182"/>
                    <a:pt x="57" y="182"/>
                  </a:cubicBezTo>
                  <a:cubicBezTo>
                    <a:pt x="78" y="182"/>
                    <a:pt x="96" y="169"/>
                    <a:pt x="112" y="154"/>
                  </a:cubicBezTo>
                  <a:cubicBezTo>
                    <a:pt x="118" y="179"/>
                    <a:pt x="142" y="182"/>
                    <a:pt x="151" y="182"/>
                  </a:cubicBezTo>
                  <a:cubicBezTo>
                    <a:pt x="165" y="182"/>
                    <a:pt x="174" y="174"/>
                    <a:pt x="181" y="161"/>
                  </a:cubicBezTo>
                  <a:cubicBezTo>
                    <a:pt x="190" y="144"/>
                    <a:pt x="195" y="121"/>
                    <a:pt x="195" y="120"/>
                  </a:cubicBezTo>
                  <a:cubicBezTo>
                    <a:pt x="195" y="115"/>
                    <a:pt x="190" y="115"/>
                    <a:pt x="188" y="115"/>
                  </a:cubicBezTo>
                  <a:cubicBezTo>
                    <a:pt x="184" y="115"/>
                    <a:pt x="182" y="117"/>
                    <a:pt x="181" y="128"/>
                  </a:cubicBezTo>
                  <a:cubicBezTo>
                    <a:pt x="176" y="148"/>
                    <a:pt x="168" y="171"/>
                    <a:pt x="153" y="171"/>
                  </a:cubicBezTo>
                  <a:cubicBezTo>
                    <a:pt x="142" y="171"/>
                    <a:pt x="140" y="162"/>
                    <a:pt x="140" y="151"/>
                  </a:cubicBezTo>
                  <a:cubicBezTo>
                    <a:pt x="140" y="144"/>
                    <a:pt x="143" y="130"/>
                    <a:pt x="145" y="120"/>
                  </a:cubicBezTo>
                  <a:cubicBezTo>
                    <a:pt x="148" y="108"/>
                    <a:pt x="153" y="92"/>
                    <a:pt x="154" y="84"/>
                  </a:cubicBezTo>
                  <a:cubicBezTo>
                    <a:pt x="157" y="73"/>
                    <a:pt x="159" y="63"/>
                    <a:pt x="162" y="53"/>
                  </a:cubicBezTo>
                  <a:cubicBezTo>
                    <a:pt x="163" y="41"/>
                    <a:pt x="168" y="23"/>
                    <a:pt x="168" y="22"/>
                  </a:cubicBezTo>
                  <a:cubicBezTo>
                    <a:pt x="168" y="12"/>
                    <a:pt x="162" y="8"/>
                    <a:pt x="156" y="8"/>
                  </a:cubicBezTo>
                  <a:cubicBezTo>
                    <a:pt x="149" y="8"/>
                    <a:pt x="140" y="13"/>
                    <a:pt x="137" y="25"/>
                  </a:cubicBezTo>
                  <a:moveTo>
                    <a:pt x="114" y="128"/>
                  </a:moveTo>
                  <a:cubicBezTo>
                    <a:pt x="110" y="139"/>
                    <a:pt x="103" y="148"/>
                    <a:pt x="93" y="154"/>
                  </a:cubicBezTo>
                  <a:cubicBezTo>
                    <a:pt x="90" y="157"/>
                    <a:pt x="75" y="171"/>
                    <a:pt x="57" y="171"/>
                  </a:cubicBezTo>
                  <a:cubicBezTo>
                    <a:pt x="43" y="171"/>
                    <a:pt x="31" y="161"/>
                    <a:pt x="31" y="131"/>
                  </a:cubicBezTo>
                  <a:cubicBezTo>
                    <a:pt x="31" y="110"/>
                    <a:pt x="42" y="66"/>
                    <a:pt x="50" y="49"/>
                  </a:cubicBezTo>
                  <a:cubicBezTo>
                    <a:pt x="68" y="18"/>
                    <a:pt x="87" y="12"/>
                    <a:pt x="98" y="12"/>
                  </a:cubicBezTo>
                  <a:cubicBezTo>
                    <a:pt x="124" y="12"/>
                    <a:pt x="132" y="43"/>
                    <a:pt x="132" y="46"/>
                  </a:cubicBezTo>
                  <a:cubicBezTo>
                    <a:pt x="132" y="48"/>
                    <a:pt x="131" y="51"/>
                    <a:pt x="131" y="53"/>
                  </a:cubicBezTo>
                  <a:cubicBezTo>
                    <a:pt x="125" y="78"/>
                    <a:pt x="119" y="103"/>
                    <a:pt x="114" y="12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360" rIns="90000" bIns="1836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7" name="Freeform 206"/>
            <p:cNvSpPr/>
            <p:nvPr/>
          </p:nvSpPr>
          <p:spPr>
            <a:xfrm>
              <a:off x="1056240" y="12478320"/>
              <a:ext cx="33840" cy="9468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94680"/>
                <a:gd name="textAreaBottom" fmla="*/ 95040 h 94680"/>
              </a:gdLst>
              <a:ahLst/>
              <a:cxnLst/>
              <a:rect l="textAreaLeft" t="textAreaTop" r="textAreaRight" b="textAreaBottom"/>
              <a:pathLst>
                <a:path w="116" h="270">
                  <a:moveTo>
                    <a:pt x="106" y="15"/>
                  </a:moveTo>
                  <a:cubicBezTo>
                    <a:pt x="106" y="8"/>
                    <a:pt x="101" y="0"/>
                    <a:pt x="91" y="0"/>
                  </a:cubicBezTo>
                  <a:cubicBezTo>
                    <a:pt x="80" y="0"/>
                    <a:pt x="69" y="10"/>
                    <a:pt x="69" y="21"/>
                  </a:cubicBezTo>
                  <a:cubicBezTo>
                    <a:pt x="69" y="28"/>
                    <a:pt x="73" y="36"/>
                    <a:pt x="84" y="36"/>
                  </a:cubicBezTo>
                  <a:cubicBezTo>
                    <a:pt x="95" y="36"/>
                    <a:pt x="106" y="24"/>
                    <a:pt x="106" y="15"/>
                  </a:cubicBezTo>
                  <a:moveTo>
                    <a:pt x="28" y="219"/>
                  </a:moveTo>
                  <a:cubicBezTo>
                    <a:pt x="27" y="224"/>
                    <a:pt x="23" y="229"/>
                    <a:pt x="23" y="236"/>
                  </a:cubicBezTo>
                  <a:cubicBezTo>
                    <a:pt x="23" y="255"/>
                    <a:pt x="39" y="270"/>
                    <a:pt x="61" y="270"/>
                  </a:cubicBezTo>
                  <a:cubicBezTo>
                    <a:pt x="98" y="270"/>
                    <a:pt x="116" y="214"/>
                    <a:pt x="116" y="208"/>
                  </a:cubicBezTo>
                  <a:cubicBezTo>
                    <a:pt x="116" y="203"/>
                    <a:pt x="111" y="203"/>
                    <a:pt x="109" y="203"/>
                  </a:cubicBezTo>
                  <a:cubicBezTo>
                    <a:pt x="105" y="203"/>
                    <a:pt x="105" y="206"/>
                    <a:pt x="103" y="209"/>
                  </a:cubicBezTo>
                  <a:cubicBezTo>
                    <a:pt x="94" y="242"/>
                    <a:pt x="77" y="259"/>
                    <a:pt x="61" y="259"/>
                  </a:cubicBezTo>
                  <a:cubicBezTo>
                    <a:pt x="55" y="259"/>
                    <a:pt x="52" y="254"/>
                    <a:pt x="52" y="245"/>
                  </a:cubicBezTo>
                  <a:cubicBezTo>
                    <a:pt x="52" y="236"/>
                    <a:pt x="55" y="227"/>
                    <a:pt x="58" y="219"/>
                  </a:cubicBezTo>
                  <a:cubicBezTo>
                    <a:pt x="62" y="208"/>
                    <a:pt x="66" y="196"/>
                    <a:pt x="70" y="187"/>
                  </a:cubicBezTo>
                  <a:cubicBezTo>
                    <a:pt x="73" y="177"/>
                    <a:pt x="87" y="141"/>
                    <a:pt x="89" y="136"/>
                  </a:cubicBezTo>
                  <a:cubicBezTo>
                    <a:pt x="91" y="131"/>
                    <a:pt x="92" y="126"/>
                    <a:pt x="92" y="123"/>
                  </a:cubicBezTo>
                  <a:cubicBezTo>
                    <a:pt x="92" y="103"/>
                    <a:pt x="77" y="88"/>
                    <a:pt x="55" y="88"/>
                  </a:cubicBezTo>
                  <a:cubicBezTo>
                    <a:pt x="17" y="88"/>
                    <a:pt x="0" y="144"/>
                    <a:pt x="0" y="151"/>
                  </a:cubicBezTo>
                  <a:cubicBezTo>
                    <a:pt x="0" y="155"/>
                    <a:pt x="5" y="155"/>
                    <a:pt x="6" y="155"/>
                  </a:cubicBezTo>
                  <a:cubicBezTo>
                    <a:pt x="11" y="155"/>
                    <a:pt x="11" y="154"/>
                    <a:pt x="13" y="149"/>
                  </a:cubicBezTo>
                  <a:cubicBezTo>
                    <a:pt x="23" y="114"/>
                    <a:pt x="39" y="100"/>
                    <a:pt x="55" y="100"/>
                  </a:cubicBezTo>
                  <a:cubicBezTo>
                    <a:pt x="59" y="100"/>
                    <a:pt x="64" y="103"/>
                    <a:pt x="64" y="114"/>
                  </a:cubicBezTo>
                  <a:cubicBezTo>
                    <a:pt x="64" y="123"/>
                    <a:pt x="61" y="129"/>
                    <a:pt x="52" y="154"/>
                  </a:cubicBezTo>
                  <a:cubicBezTo>
                    <a:pt x="44" y="176"/>
                    <a:pt x="36" y="197"/>
                    <a:pt x="28" y="21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8" name="Freeform 207"/>
            <p:cNvSpPr/>
            <p:nvPr/>
          </p:nvSpPr>
          <p:spPr>
            <a:xfrm>
              <a:off x="1195920" y="12239640"/>
              <a:ext cx="80640" cy="91080"/>
            </a:xfrm>
            <a:custGeom>
              <a:avLst/>
              <a:gdLst>
                <a:gd name="textAreaLeft" fmla="*/ 0 w 80640"/>
                <a:gd name="textAreaRight" fmla="*/ 81000 w 80640"/>
                <a:gd name="textAreaTop" fmla="*/ 0 h 91080"/>
                <a:gd name="textAreaBottom" fmla="*/ 91440 h 91080"/>
              </a:gdLst>
              <a:ahLst/>
              <a:cxnLst/>
              <a:rect l="textAreaLeft" t="textAreaTop" r="textAreaRight" b="textAreaBottom"/>
              <a:pathLst>
                <a:path w="270" h="260">
                  <a:moveTo>
                    <a:pt x="3" y="230"/>
                  </a:moveTo>
                  <a:cubicBezTo>
                    <a:pt x="0" y="239"/>
                    <a:pt x="0" y="240"/>
                    <a:pt x="0" y="244"/>
                  </a:cubicBezTo>
                  <a:cubicBezTo>
                    <a:pt x="0" y="255"/>
                    <a:pt x="8" y="260"/>
                    <a:pt x="16" y="260"/>
                  </a:cubicBezTo>
                  <a:cubicBezTo>
                    <a:pt x="33" y="260"/>
                    <a:pt x="36" y="247"/>
                    <a:pt x="41" y="227"/>
                  </a:cubicBezTo>
                  <a:cubicBezTo>
                    <a:pt x="45" y="208"/>
                    <a:pt x="42" y="217"/>
                    <a:pt x="66" y="121"/>
                  </a:cubicBezTo>
                  <a:cubicBezTo>
                    <a:pt x="112" y="122"/>
                    <a:pt x="161" y="132"/>
                    <a:pt x="161" y="170"/>
                  </a:cubicBezTo>
                  <a:cubicBezTo>
                    <a:pt x="161" y="175"/>
                    <a:pt x="161" y="176"/>
                    <a:pt x="159" y="183"/>
                  </a:cubicBezTo>
                  <a:cubicBezTo>
                    <a:pt x="156" y="191"/>
                    <a:pt x="156" y="198"/>
                    <a:pt x="156" y="203"/>
                  </a:cubicBezTo>
                  <a:cubicBezTo>
                    <a:pt x="156" y="237"/>
                    <a:pt x="178" y="260"/>
                    <a:pt x="206" y="260"/>
                  </a:cubicBezTo>
                  <a:cubicBezTo>
                    <a:pt x="225" y="260"/>
                    <a:pt x="239" y="250"/>
                    <a:pt x="250" y="230"/>
                  </a:cubicBezTo>
                  <a:cubicBezTo>
                    <a:pt x="264" y="206"/>
                    <a:pt x="270" y="173"/>
                    <a:pt x="270" y="172"/>
                  </a:cubicBezTo>
                  <a:cubicBezTo>
                    <a:pt x="270" y="165"/>
                    <a:pt x="265" y="165"/>
                    <a:pt x="264" y="165"/>
                  </a:cubicBezTo>
                  <a:cubicBezTo>
                    <a:pt x="257" y="165"/>
                    <a:pt x="257" y="168"/>
                    <a:pt x="256" y="176"/>
                  </a:cubicBezTo>
                  <a:cubicBezTo>
                    <a:pt x="245" y="216"/>
                    <a:pt x="232" y="247"/>
                    <a:pt x="208" y="247"/>
                  </a:cubicBezTo>
                  <a:cubicBezTo>
                    <a:pt x="197" y="247"/>
                    <a:pt x="190" y="240"/>
                    <a:pt x="190" y="219"/>
                  </a:cubicBezTo>
                  <a:cubicBezTo>
                    <a:pt x="190" y="211"/>
                    <a:pt x="192" y="198"/>
                    <a:pt x="195" y="188"/>
                  </a:cubicBezTo>
                  <a:cubicBezTo>
                    <a:pt x="195" y="183"/>
                    <a:pt x="197" y="175"/>
                    <a:pt x="197" y="168"/>
                  </a:cubicBezTo>
                  <a:cubicBezTo>
                    <a:pt x="197" y="114"/>
                    <a:pt x="122" y="111"/>
                    <a:pt x="91" y="109"/>
                  </a:cubicBezTo>
                  <a:cubicBezTo>
                    <a:pt x="109" y="100"/>
                    <a:pt x="126" y="83"/>
                    <a:pt x="142" y="70"/>
                  </a:cubicBezTo>
                  <a:cubicBezTo>
                    <a:pt x="167" y="47"/>
                    <a:pt x="183" y="34"/>
                    <a:pt x="204" y="24"/>
                  </a:cubicBezTo>
                  <a:cubicBezTo>
                    <a:pt x="203" y="28"/>
                    <a:pt x="201" y="34"/>
                    <a:pt x="201" y="37"/>
                  </a:cubicBezTo>
                  <a:cubicBezTo>
                    <a:pt x="201" y="44"/>
                    <a:pt x="206" y="57"/>
                    <a:pt x="223" y="57"/>
                  </a:cubicBezTo>
                  <a:cubicBezTo>
                    <a:pt x="240" y="57"/>
                    <a:pt x="253" y="41"/>
                    <a:pt x="253" y="26"/>
                  </a:cubicBezTo>
                  <a:cubicBezTo>
                    <a:pt x="253" y="21"/>
                    <a:pt x="250" y="6"/>
                    <a:pt x="229" y="6"/>
                  </a:cubicBezTo>
                  <a:cubicBezTo>
                    <a:pt x="197" y="6"/>
                    <a:pt x="164" y="34"/>
                    <a:pt x="140" y="55"/>
                  </a:cubicBezTo>
                  <a:cubicBezTo>
                    <a:pt x="103" y="90"/>
                    <a:pt x="91" y="98"/>
                    <a:pt x="70" y="104"/>
                  </a:cubicBezTo>
                  <a:cubicBezTo>
                    <a:pt x="72" y="98"/>
                    <a:pt x="78" y="70"/>
                    <a:pt x="81" y="60"/>
                  </a:cubicBezTo>
                  <a:cubicBezTo>
                    <a:pt x="84" y="46"/>
                    <a:pt x="91" y="18"/>
                    <a:pt x="91" y="14"/>
                  </a:cubicBezTo>
                  <a:cubicBezTo>
                    <a:pt x="91" y="5"/>
                    <a:pt x="84" y="0"/>
                    <a:pt x="75" y="0"/>
                  </a:cubicBezTo>
                  <a:cubicBezTo>
                    <a:pt x="73" y="0"/>
                    <a:pt x="58" y="0"/>
                    <a:pt x="53" y="19"/>
                  </a:cubicBezTo>
                  <a:cubicBezTo>
                    <a:pt x="36" y="90"/>
                    <a:pt x="20" y="160"/>
                    <a:pt x="3" y="23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9" name="Freeform 208"/>
            <p:cNvSpPr/>
            <p:nvPr/>
          </p:nvSpPr>
          <p:spPr>
            <a:xfrm>
              <a:off x="1290240" y="12297960"/>
              <a:ext cx="58320" cy="62280"/>
            </a:xfrm>
            <a:custGeom>
              <a:avLst/>
              <a:gdLst>
                <a:gd name="textAreaLeft" fmla="*/ 0 w 58320"/>
                <a:gd name="textAreaRight" fmla="*/ 58680 w 58320"/>
                <a:gd name="textAreaTop" fmla="*/ 0 h 62280"/>
                <a:gd name="textAreaBottom" fmla="*/ 62640 h 62280"/>
              </a:gdLst>
              <a:ahLst/>
              <a:cxnLst/>
              <a:rect l="textAreaLeft" t="textAreaTop" r="textAreaRight" b="textAreaBottom"/>
              <a:pathLst>
                <a:path w="196" h="181">
                  <a:moveTo>
                    <a:pt x="139" y="24"/>
                  </a:moveTo>
                  <a:cubicBezTo>
                    <a:pt x="131" y="11"/>
                    <a:pt x="118" y="0"/>
                    <a:pt x="100" y="0"/>
                  </a:cubicBezTo>
                  <a:cubicBezTo>
                    <a:pt x="50" y="0"/>
                    <a:pt x="0" y="57"/>
                    <a:pt x="0" y="114"/>
                  </a:cubicBezTo>
                  <a:cubicBezTo>
                    <a:pt x="0" y="154"/>
                    <a:pt x="25" y="181"/>
                    <a:pt x="59" y="181"/>
                  </a:cubicBezTo>
                  <a:cubicBezTo>
                    <a:pt x="79" y="181"/>
                    <a:pt x="98" y="170"/>
                    <a:pt x="112" y="154"/>
                  </a:cubicBezTo>
                  <a:cubicBezTo>
                    <a:pt x="120" y="178"/>
                    <a:pt x="142" y="181"/>
                    <a:pt x="153" y="181"/>
                  </a:cubicBezTo>
                  <a:cubicBezTo>
                    <a:pt x="167" y="181"/>
                    <a:pt x="176" y="173"/>
                    <a:pt x="182" y="160"/>
                  </a:cubicBezTo>
                  <a:cubicBezTo>
                    <a:pt x="192" y="145"/>
                    <a:pt x="196" y="123"/>
                    <a:pt x="196" y="121"/>
                  </a:cubicBezTo>
                  <a:cubicBezTo>
                    <a:pt x="196" y="114"/>
                    <a:pt x="192" y="114"/>
                    <a:pt x="190" y="114"/>
                  </a:cubicBezTo>
                  <a:cubicBezTo>
                    <a:pt x="184" y="114"/>
                    <a:pt x="184" y="116"/>
                    <a:pt x="182" y="127"/>
                  </a:cubicBezTo>
                  <a:cubicBezTo>
                    <a:pt x="178" y="147"/>
                    <a:pt x="170" y="170"/>
                    <a:pt x="154" y="170"/>
                  </a:cubicBezTo>
                  <a:cubicBezTo>
                    <a:pt x="143" y="170"/>
                    <a:pt x="140" y="162"/>
                    <a:pt x="140" y="150"/>
                  </a:cubicBezTo>
                  <a:cubicBezTo>
                    <a:pt x="140" y="144"/>
                    <a:pt x="143" y="129"/>
                    <a:pt x="147" y="119"/>
                  </a:cubicBezTo>
                  <a:cubicBezTo>
                    <a:pt x="150" y="108"/>
                    <a:pt x="153" y="91"/>
                    <a:pt x="156" y="83"/>
                  </a:cubicBezTo>
                  <a:cubicBezTo>
                    <a:pt x="158" y="73"/>
                    <a:pt x="160" y="62"/>
                    <a:pt x="162" y="52"/>
                  </a:cubicBezTo>
                  <a:cubicBezTo>
                    <a:pt x="165" y="42"/>
                    <a:pt x="170" y="23"/>
                    <a:pt x="170" y="21"/>
                  </a:cubicBezTo>
                  <a:cubicBezTo>
                    <a:pt x="170" y="11"/>
                    <a:pt x="162" y="8"/>
                    <a:pt x="157" y="8"/>
                  </a:cubicBezTo>
                  <a:cubicBezTo>
                    <a:pt x="150" y="8"/>
                    <a:pt x="142" y="13"/>
                    <a:pt x="139" y="24"/>
                  </a:cubicBezTo>
                  <a:moveTo>
                    <a:pt x="114" y="127"/>
                  </a:moveTo>
                  <a:cubicBezTo>
                    <a:pt x="112" y="139"/>
                    <a:pt x="103" y="147"/>
                    <a:pt x="95" y="155"/>
                  </a:cubicBezTo>
                  <a:cubicBezTo>
                    <a:pt x="92" y="157"/>
                    <a:pt x="76" y="170"/>
                    <a:pt x="59" y="170"/>
                  </a:cubicBezTo>
                  <a:cubicBezTo>
                    <a:pt x="45" y="170"/>
                    <a:pt x="31" y="160"/>
                    <a:pt x="31" y="131"/>
                  </a:cubicBezTo>
                  <a:cubicBezTo>
                    <a:pt x="31" y="109"/>
                    <a:pt x="42" y="65"/>
                    <a:pt x="51" y="50"/>
                  </a:cubicBezTo>
                  <a:cubicBezTo>
                    <a:pt x="69" y="18"/>
                    <a:pt x="89" y="11"/>
                    <a:pt x="100" y="11"/>
                  </a:cubicBezTo>
                  <a:cubicBezTo>
                    <a:pt x="126" y="11"/>
                    <a:pt x="134" y="42"/>
                    <a:pt x="134" y="47"/>
                  </a:cubicBezTo>
                  <a:cubicBezTo>
                    <a:pt x="134" y="49"/>
                    <a:pt x="133" y="50"/>
                    <a:pt x="133" y="52"/>
                  </a:cubicBezTo>
                  <a:cubicBezTo>
                    <a:pt x="126" y="77"/>
                    <a:pt x="120" y="102"/>
                    <a:pt x="114" y="12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0" name="Freeform 209"/>
            <p:cNvSpPr/>
            <p:nvPr/>
          </p:nvSpPr>
          <p:spPr>
            <a:xfrm>
              <a:off x="1361160" y="12265920"/>
              <a:ext cx="34200" cy="94320"/>
            </a:xfrm>
            <a:custGeom>
              <a:avLst/>
              <a:gdLst>
                <a:gd name="textAreaLeft" fmla="*/ 0 w 34200"/>
                <a:gd name="textAreaRight" fmla="*/ 34560 w 34200"/>
                <a:gd name="textAreaTop" fmla="*/ 0 h 94320"/>
                <a:gd name="textAreaBottom" fmla="*/ 94680 h 94320"/>
              </a:gdLst>
              <a:ahLst/>
              <a:cxnLst/>
              <a:rect l="textAreaLeft" t="textAreaTop" r="textAreaRight" b="textAreaBottom"/>
              <a:pathLst>
                <a:path w="117" h="270">
                  <a:moveTo>
                    <a:pt x="108" y="15"/>
                  </a:moveTo>
                  <a:cubicBezTo>
                    <a:pt x="108" y="9"/>
                    <a:pt x="103" y="0"/>
                    <a:pt x="92" y="0"/>
                  </a:cubicBezTo>
                  <a:cubicBezTo>
                    <a:pt x="81" y="0"/>
                    <a:pt x="71" y="10"/>
                    <a:pt x="71" y="22"/>
                  </a:cubicBezTo>
                  <a:cubicBezTo>
                    <a:pt x="71" y="28"/>
                    <a:pt x="75" y="38"/>
                    <a:pt x="86" y="38"/>
                  </a:cubicBezTo>
                  <a:cubicBezTo>
                    <a:pt x="97" y="38"/>
                    <a:pt x="108" y="27"/>
                    <a:pt x="108" y="15"/>
                  </a:cubicBezTo>
                  <a:moveTo>
                    <a:pt x="28" y="220"/>
                  </a:moveTo>
                  <a:cubicBezTo>
                    <a:pt x="27" y="225"/>
                    <a:pt x="25" y="230"/>
                    <a:pt x="25" y="236"/>
                  </a:cubicBezTo>
                  <a:cubicBezTo>
                    <a:pt x="25" y="256"/>
                    <a:pt x="41" y="270"/>
                    <a:pt x="63" y="270"/>
                  </a:cubicBezTo>
                  <a:cubicBezTo>
                    <a:pt x="100" y="270"/>
                    <a:pt x="117" y="215"/>
                    <a:pt x="117" y="210"/>
                  </a:cubicBezTo>
                  <a:cubicBezTo>
                    <a:pt x="117" y="203"/>
                    <a:pt x="113" y="203"/>
                    <a:pt x="111" y="203"/>
                  </a:cubicBezTo>
                  <a:cubicBezTo>
                    <a:pt x="106" y="203"/>
                    <a:pt x="105" y="207"/>
                    <a:pt x="103" y="212"/>
                  </a:cubicBezTo>
                  <a:cubicBezTo>
                    <a:pt x="95" y="243"/>
                    <a:pt x="78" y="259"/>
                    <a:pt x="63" y="259"/>
                  </a:cubicBezTo>
                  <a:cubicBezTo>
                    <a:pt x="55" y="259"/>
                    <a:pt x="53" y="254"/>
                    <a:pt x="53" y="246"/>
                  </a:cubicBezTo>
                  <a:cubicBezTo>
                    <a:pt x="53" y="236"/>
                    <a:pt x="56" y="228"/>
                    <a:pt x="60" y="220"/>
                  </a:cubicBezTo>
                  <a:cubicBezTo>
                    <a:pt x="64" y="208"/>
                    <a:pt x="67" y="198"/>
                    <a:pt x="72" y="187"/>
                  </a:cubicBezTo>
                  <a:cubicBezTo>
                    <a:pt x="75" y="177"/>
                    <a:pt x="89" y="141"/>
                    <a:pt x="91" y="136"/>
                  </a:cubicBezTo>
                  <a:cubicBezTo>
                    <a:pt x="92" y="133"/>
                    <a:pt x="92" y="128"/>
                    <a:pt x="92" y="123"/>
                  </a:cubicBezTo>
                  <a:cubicBezTo>
                    <a:pt x="92" y="105"/>
                    <a:pt x="78" y="89"/>
                    <a:pt x="56" y="89"/>
                  </a:cubicBezTo>
                  <a:cubicBezTo>
                    <a:pt x="19" y="89"/>
                    <a:pt x="0" y="144"/>
                    <a:pt x="0" y="151"/>
                  </a:cubicBezTo>
                  <a:cubicBezTo>
                    <a:pt x="0" y="156"/>
                    <a:pt x="7" y="156"/>
                    <a:pt x="8" y="156"/>
                  </a:cubicBezTo>
                  <a:cubicBezTo>
                    <a:pt x="13" y="156"/>
                    <a:pt x="13" y="154"/>
                    <a:pt x="14" y="149"/>
                  </a:cubicBezTo>
                  <a:cubicBezTo>
                    <a:pt x="24" y="115"/>
                    <a:pt x="41" y="100"/>
                    <a:pt x="55" y="100"/>
                  </a:cubicBezTo>
                  <a:cubicBezTo>
                    <a:pt x="61" y="100"/>
                    <a:pt x="64" y="103"/>
                    <a:pt x="64" y="115"/>
                  </a:cubicBezTo>
                  <a:cubicBezTo>
                    <a:pt x="64" y="123"/>
                    <a:pt x="63" y="130"/>
                    <a:pt x="53" y="154"/>
                  </a:cubicBezTo>
                  <a:cubicBezTo>
                    <a:pt x="45" y="176"/>
                    <a:pt x="37" y="198"/>
                    <a:pt x="28" y="22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1" name="Freeform 210"/>
            <p:cNvSpPr/>
            <p:nvPr/>
          </p:nvSpPr>
          <p:spPr>
            <a:xfrm>
              <a:off x="1420920" y="12184920"/>
              <a:ext cx="82080" cy="185400"/>
            </a:xfrm>
            <a:custGeom>
              <a:avLst/>
              <a:gdLst>
                <a:gd name="textAreaLeft" fmla="*/ 0 w 82080"/>
                <a:gd name="textAreaRight" fmla="*/ 82440 w 82080"/>
                <a:gd name="textAreaTop" fmla="*/ 0 h 185400"/>
                <a:gd name="textAreaBottom" fmla="*/ 185760 h 185400"/>
              </a:gdLst>
              <a:ahLst/>
              <a:cxnLst/>
              <a:rect l="textAreaLeft" t="textAreaTop" r="textAreaRight" b="textAreaBottom"/>
              <a:pathLst>
                <a:path w="274" h="524">
                  <a:moveTo>
                    <a:pt x="173" y="177"/>
                  </a:moveTo>
                  <a:cubicBezTo>
                    <a:pt x="188" y="177"/>
                    <a:pt x="204" y="177"/>
                    <a:pt x="220" y="177"/>
                  </a:cubicBezTo>
                  <a:cubicBezTo>
                    <a:pt x="231" y="177"/>
                    <a:pt x="237" y="177"/>
                    <a:pt x="237" y="166"/>
                  </a:cubicBezTo>
                  <a:cubicBezTo>
                    <a:pt x="237" y="159"/>
                    <a:pt x="231" y="159"/>
                    <a:pt x="221" y="159"/>
                  </a:cubicBezTo>
                  <a:cubicBezTo>
                    <a:pt x="206" y="159"/>
                    <a:pt x="191" y="159"/>
                    <a:pt x="176" y="159"/>
                  </a:cubicBezTo>
                  <a:cubicBezTo>
                    <a:pt x="180" y="137"/>
                    <a:pt x="183" y="116"/>
                    <a:pt x="187" y="94"/>
                  </a:cubicBezTo>
                  <a:cubicBezTo>
                    <a:pt x="190" y="81"/>
                    <a:pt x="198" y="40"/>
                    <a:pt x="201" y="33"/>
                  </a:cubicBezTo>
                  <a:cubicBezTo>
                    <a:pt x="206" y="22"/>
                    <a:pt x="215" y="14"/>
                    <a:pt x="226" y="14"/>
                  </a:cubicBezTo>
                  <a:cubicBezTo>
                    <a:pt x="229" y="14"/>
                    <a:pt x="243" y="14"/>
                    <a:pt x="252" y="23"/>
                  </a:cubicBezTo>
                  <a:cubicBezTo>
                    <a:pt x="229" y="27"/>
                    <a:pt x="224" y="46"/>
                    <a:pt x="224" y="54"/>
                  </a:cubicBezTo>
                  <a:cubicBezTo>
                    <a:pt x="224" y="69"/>
                    <a:pt x="234" y="76"/>
                    <a:pt x="245" y="76"/>
                  </a:cubicBezTo>
                  <a:cubicBezTo>
                    <a:pt x="259" y="76"/>
                    <a:pt x="274" y="63"/>
                    <a:pt x="274" y="41"/>
                  </a:cubicBezTo>
                  <a:cubicBezTo>
                    <a:pt x="274" y="15"/>
                    <a:pt x="249" y="0"/>
                    <a:pt x="226" y="0"/>
                  </a:cubicBezTo>
                  <a:cubicBezTo>
                    <a:pt x="207" y="0"/>
                    <a:pt x="173" y="12"/>
                    <a:pt x="157" y="69"/>
                  </a:cubicBezTo>
                  <a:cubicBezTo>
                    <a:pt x="154" y="81"/>
                    <a:pt x="151" y="86"/>
                    <a:pt x="139" y="159"/>
                  </a:cubicBezTo>
                  <a:cubicBezTo>
                    <a:pt x="126" y="159"/>
                    <a:pt x="114" y="159"/>
                    <a:pt x="101" y="159"/>
                  </a:cubicBezTo>
                  <a:cubicBezTo>
                    <a:pt x="90" y="159"/>
                    <a:pt x="84" y="159"/>
                    <a:pt x="84" y="169"/>
                  </a:cubicBezTo>
                  <a:cubicBezTo>
                    <a:pt x="84" y="177"/>
                    <a:pt x="89" y="177"/>
                    <a:pt x="100" y="177"/>
                  </a:cubicBezTo>
                  <a:cubicBezTo>
                    <a:pt x="112" y="177"/>
                    <a:pt x="123" y="177"/>
                    <a:pt x="135" y="177"/>
                  </a:cubicBezTo>
                  <a:cubicBezTo>
                    <a:pt x="122" y="253"/>
                    <a:pt x="108" y="328"/>
                    <a:pt x="95" y="403"/>
                  </a:cubicBezTo>
                  <a:cubicBezTo>
                    <a:pt x="86" y="459"/>
                    <a:pt x="76" y="511"/>
                    <a:pt x="47" y="511"/>
                  </a:cubicBezTo>
                  <a:cubicBezTo>
                    <a:pt x="45" y="511"/>
                    <a:pt x="31" y="511"/>
                    <a:pt x="20" y="501"/>
                  </a:cubicBezTo>
                  <a:cubicBezTo>
                    <a:pt x="47" y="500"/>
                    <a:pt x="51" y="478"/>
                    <a:pt x="51" y="470"/>
                  </a:cubicBezTo>
                  <a:cubicBezTo>
                    <a:pt x="51" y="457"/>
                    <a:pt x="40" y="451"/>
                    <a:pt x="31" y="451"/>
                  </a:cubicBezTo>
                  <a:cubicBezTo>
                    <a:pt x="17" y="451"/>
                    <a:pt x="0" y="464"/>
                    <a:pt x="0" y="485"/>
                  </a:cubicBezTo>
                  <a:cubicBezTo>
                    <a:pt x="0" y="511"/>
                    <a:pt x="25" y="524"/>
                    <a:pt x="47" y="524"/>
                  </a:cubicBezTo>
                  <a:cubicBezTo>
                    <a:pt x="78" y="524"/>
                    <a:pt x="100" y="490"/>
                    <a:pt x="109" y="469"/>
                  </a:cubicBezTo>
                  <a:cubicBezTo>
                    <a:pt x="126" y="433"/>
                    <a:pt x="139" y="362"/>
                    <a:pt x="140" y="359"/>
                  </a:cubicBezTo>
                  <a:cubicBezTo>
                    <a:pt x="151" y="298"/>
                    <a:pt x="162" y="238"/>
                    <a:pt x="173" y="17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2" name="Freeform 211"/>
            <p:cNvSpPr/>
            <p:nvPr/>
          </p:nvSpPr>
          <p:spPr>
            <a:xfrm>
              <a:off x="1501200" y="12297960"/>
              <a:ext cx="57600" cy="6228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62280"/>
                <a:gd name="textAreaBottom" fmla="*/ 62640 h 62280"/>
              </a:gdLst>
              <a:ahLst/>
              <a:cxnLst/>
              <a:rect l="textAreaLeft" t="textAreaTop" r="textAreaRight" b="textAreaBottom"/>
              <a:pathLst>
                <a:path w="195" h="181">
                  <a:moveTo>
                    <a:pt x="139" y="24"/>
                  </a:moveTo>
                  <a:cubicBezTo>
                    <a:pt x="131" y="11"/>
                    <a:pt x="117" y="0"/>
                    <a:pt x="99" y="0"/>
                  </a:cubicBezTo>
                  <a:cubicBezTo>
                    <a:pt x="50" y="0"/>
                    <a:pt x="0" y="57"/>
                    <a:pt x="0" y="114"/>
                  </a:cubicBezTo>
                  <a:cubicBezTo>
                    <a:pt x="0" y="154"/>
                    <a:pt x="25" y="181"/>
                    <a:pt x="58" y="181"/>
                  </a:cubicBezTo>
                  <a:cubicBezTo>
                    <a:pt x="78" y="181"/>
                    <a:pt x="97" y="170"/>
                    <a:pt x="113" y="154"/>
                  </a:cubicBezTo>
                  <a:cubicBezTo>
                    <a:pt x="120" y="178"/>
                    <a:pt x="142" y="181"/>
                    <a:pt x="152" y="181"/>
                  </a:cubicBezTo>
                  <a:cubicBezTo>
                    <a:pt x="166" y="181"/>
                    <a:pt x="175" y="173"/>
                    <a:pt x="183" y="160"/>
                  </a:cubicBezTo>
                  <a:cubicBezTo>
                    <a:pt x="191" y="145"/>
                    <a:pt x="195" y="123"/>
                    <a:pt x="195" y="121"/>
                  </a:cubicBezTo>
                  <a:cubicBezTo>
                    <a:pt x="195" y="114"/>
                    <a:pt x="191" y="114"/>
                    <a:pt x="189" y="114"/>
                  </a:cubicBezTo>
                  <a:cubicBezTo>
                    <a:pt x="184" y="114"/>
                    <a:pt x="184" y="116"/>
                    <a:pt x="181" y="127"/>
                  </a:cubicBezTo>
                  <a:cubicBezTo>
                    <a:pt x="177" y="147"/>
                    <a:pt x="169" y="170"/>
                    <a:pt x="153" y="170"/>
                  </a:cubicBezTo>
                  <a:cubicBezTo>
                    <a:pt x="144" y="170"/>
                    <a:pt x="141" y="162"/>
                    <a:pt x="141" y="150"/>
                  </a:cubicBezTo>
                  <a:cubicBezTo>
                    <a:pt x="141" y="144"/>
                    <a:pt x="144" y="129"/>
                    <a:pt x="147" y="119"/>
                  </a:cubicBezTo>
                  <a:cubicBezTo>
                    <a:pt x="149" y="108"/>
                    <a:pt x="153" y="91"/>
                    <a:pt x="155" y="83"/>
                  </a:cubicBezTo>
                  <a:cubicBezTo>
                    <a:pt x="157" y="73"/>
                    <a:pt x="160" y="62"/>
                    <a:pt x="163" y="52"/>
                  </a:cubicBezTo>
                  <a:cubicBezTo>
                    <a:pt x="164" y="42"/>
                    <a:pt x="169" y="23"/>
                    <a:pt x="169" y="21"/>
                  </a:cubicBezTo>
                  <a:cubicBezTo>
                    <a:pt x="169" y="11"/>
                    <a:pt x="163" y="8"/>
                    <a:pt x="156" y="8"/>
                  </a:cubicBezTo>
                  <a:cubicBezTo>
                    <a:pt x="150" y="8"/>
                    <a:pt x="141" y="13"/>
                    <a:pt x="139" y="24"/>
                  </a:cubicBezTo>
                  <a:moveTo>
                    <a:pt x="114" y="127"/>
                  </a:moveTo>
                  <a:cubicBezTo>
                    <a:pt x="111" y="139"/>
                    <a:pt x="103" y="147"/>
                    <a:pt x="94" y="155"/>
                  </a:cubicBezTo>
                  <a:cubicBezTo>
                    <a:pt x="91" y="157"/>
                    <a:pt x="75" y="170"/>
                    <a:pt x="60" y="170"/>
                  </a:cubicBezTo>
                  <a:cubicBezTo>
                    <a:pt x="46" y="170"/>
                    <a:pt x="32" y="160"/>
                    <a:pt x="32" y="131"/>
                  </a:cubicBezTo>
                  <a:cubicBezTo>
                    <a:pt x="32" y="109"/>
                    <a:pt x="42" y="65"/>
                    <a:pt x="52" y="50"/>
                  </a:cubicBezTo>
                  <a:cubicBezTo>
                    <a:pt x="69" y="18"/>
                    <a:pt x="88" y="11"/>
                    <a:pt x="99" y="11"/>
                  </a:cubicBezTo>
                  <a:cubicBezTo>
                    <a:pt x="127" y="11"/>
                    <a:pt x="133" y="42"/>
                    <a:pt x="133" y="47"/>
                  </a:cubicBezTo>
                  <a:cubicBezTo>
                    <a:pt x="133" y="49"/>
                    <a:pt x="133" y="50"/>
                    <a:pt x="133" y="52"/>
                  </a:cubicBezTo>
                  <a:cubicBezTo>
                    <a:pt x="127" y="77"/>
                    <a:pt x="120" y="102"/>
                    <a:pt x="114" y="12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7640" rIns="90000" bIns="1764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3" name="Freeform 212"/>
            <p:cNvSpPr/>
            <p:nvPr/>
          </p:nvSpPr>
          <p:spPr>
            <a:xfrm>
              <a:off x="1572480" y="12265920"/>
              <a:ext cx="33120" cy="94320"/>
            </a:xfrm>
            <a:custGeom>
              <a:avLst/>
              <a:gdLst>
                <a:gd name="textAreaLeft" fmla="*/ 0 w 33120"/>
                <a:gd name="textAreaRight" fmla="*/ 33480 w 33120"/>
                <a:gd name="textAreaTop" fmla="*/ 0 h 94320"/>
                <a:gd name="textAreaBottom" fmla="*/ 94680 h 94320"/>
              </a:gdLst>
              <a:ahLst/>
              <a:cxnLst/>
              <a:rect l="textAreaLeft" t="textAreaTop" r="textAreaRight" b="textAreaBottom"/>
              <a:pathLst>
                <a:path w="115" h="270">
                  <a:moveTo>
                    <a:pt x="106" y="15"/>
                  </a:moveTo>
                  <a:cubicBezTo>
                    <a:pt x="106" y="9"/>
                    <a:pt x="101" y="0"/>
                    <a:pt x="90" y="0"/>
                  </a:cubicBezTo>
                  <a:cubicBezTo>
                    <a:pt x="81" y="0"/>
                    <a:pt x="68" y="10"/>
                    <a:pt x="68" y="22"/>
                  </a:cubicBezTo>
                  <a:cubicBezTo>
                    <a:pt x="68" y="28"/>
                    <a:pt x="75" y="38"/>
                    <a:pt x="84" y="38"/>
                  </a:cubicBezTo>
                  <a:cubicBezTo>
                    <a:pt x="95" y="38"/>
                    <a:pt x="106" y="27"/>
                    <a:pt x="106" y="15"/>
                  </a:cubicBezTo>
                  <a:moveTo>
                    <a:pt x="28" y="220"/>
                  </a:moveTo>
                  <a:cubicBezTo>
                    <a:pt x="26" y="225"/>
                    <a:pt x="25" y="230"/>
                    <a:pt x="25" y="236"/>
                  </a:cubicBezTo>
                  <a:cubicBezTo>
                    <a:pt x="25" y="256"/>
                    <a:pt x="39" y="270"/>
                    <a:pt x="61" y="270"/>
                  </a:cubicBezTo>
                  <a:cubicBezTo>
                    <a:pt x="100" y="270"/>
                    <a:pt x="115" y="215"/>
                    <a:pt x="115" y="210"/>
                  </a:cubicBezTo>
                  <a:cubicBezTo>
                    <a:pt x="115" y="203"/>
                    <a:pt x="112" y="206"/>
                    <a:pt x="110" y="203"/>
                  </a:cubicBezTo>
                  <a:cubicBezTo>
                    <a:pt x="104" y="203"/>
                    <a:pt x="104" y="207"/>
                    <a:pt x="103" y="212"/>
                  </a:cubicBezTo>
                  <a:cubicBezTo>
                    <a:pt x="93" y="243"/>
                    <a:pt x="76" y="259"/>
                    <a:pt x="62" y="259"/>
                  </a:cubicBezTo>
                  <a:cubicBezTo>
                    <a:pt x="54" y="259"/>
                    <a:pt x="53" y="254"/>
                    <a:pt x="53" y="246"/>
                  </a:cubicBezTo>
                  <a:cubicBezTo>
                    <a:pt x="53" y="236"/>
                    <a:pt x="54" y="228"/>
                    <a:pt x="59" y="220"/>
                  </a:cubicBezTo>
                  <a:cubicBezTo>
                    <a:pt x="62" y="208"/>
                    <a:pt x="67" y="198"/>
                    <a:pt x="70" y="187"/>
                  </a:cubicBezTo>
                  <a:cubicBezTo>
                    <a:pt x="75" y="177"/>
                    <a:pt x="87" y="141"/>
                    <a:pt x="89" y="136"/>
                  </a:cubicBezTo>
                  <a:cubicBezTo>
                    <a:pt x="90" y="133"/>
                    <a:pt x="92" y="128"/>
                    <a:pt x="92" y="123"/>
                  </a:cubicBezTo>
                  <a:cubicBezTo>
                    <a:pt x="92" y="105"/>
                    <a:pt x="76" y="89"/>
                    <a:pt x="56" y="89"/>
                  </a:cubicBezTo>
                  <a:cubicBezTo>
                    <a:pt x="17" y="89"/>
                    <a:pt x="0" y="144"/>
                    <a:pt x="0" y="151"/>
                  </a:cubicBezTo>
                  <a:cubicBezTo>
                    <a:pt x="0" y="156"/>
                    <a:pt x="4" y="156"/>
                    <a:pt x="6" y="156"/>
                  </a:cubicBezTo>
                  <a:cubicBezTo>
                    <a:pt x="12" y="156"/>
                    <a:pt x="12" y="154"/>
                    <a:pt x="14" y="149"/>
                  </a:cubicBezTo>
                  <a:cubicBezTo>
                    <a:pt x="23" y="115"/>
                    <a:pt x="40" y="100"/>
                    <a:pt x="54" y="100"/>
                  </a:cubicBezTo>
                  <a:cubicBezTo>
                    <a:pt x="61" y="100"/>
                    <a:pt x="64" y="103"/>
                    <a:pt x="64" y="115"/>
                  </a:cubicBezTo>
                  <a:cubicBezTo>
                    <a:pt x="64" y="123"/>
                    <a:pt x="62" y="130"/>
                    <a:pt x="51" y="154"/>
                  </a:cubicBezTo>
                  <a:cubicBezTo>
                    <a:pt x="43" y="176"/>
                    <a:pt x="36" y="198"/>
                    <a:pt x="28" y="22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4" name="Freeform 213"/>
            <p:cNvSpPr/>
            <p:nvPr/>
          </p:nvSpPr>
          <p:spPr>
            <a:xfrm>
              <a:off x="1674000" y="12274920"/>
              <a:ext cx="100080" cy="6120"/>
            </a:xfrm>
            <a:custGeom>
              <a:avLst/>
              <a:gdLst>
                <a:gd name="textAreaLeft" fmla="*/ 0 w 100080"/>
                <a:gd name="textAreaRight" fmla="*/ 100440 w 100080"/>
                <a:gd name="textAreaTop" fmla="*/ 0 h 6120"/>
                <a:gd name="textAreaBottom" fmla="*/ 6480 h 6120"/>
              </a:gdLst>
              <a:ahLst/>
              <a:cxnLst/>
              <a:rect l="textAreaLeft" t="textAreaTop" r="textAreaRight" b="textAreaBottom"/>
              <a:pathLst>
                <a:path w="334" h="23">
                  <a:moveTo>
                    <a:pt x="315" y="23"/>
                  </a:moveTo>
                  <a:cubicBezTo>
                    <a:pt x="324" y="23"/>
                    <a:pt x="334" y="23"/>
                    <a:pt x="334" y="11"/>
                  </a:cubicBezTo>
                  <a:cubicBezTo>
                    <a:pt x="334" y="0"/>
                    <a:pt x="324" y="0"/>
                    <a:pt x="315" y="0"/>
                  </a:cubicBezTo>
                  <a:cubicBezTo>
                    <a:pt x="216" y="0"/>
                    <a:pt x="117" y="0"/>
                    <a:pt x="19" y="0"/>
                  </a:cubicBezTo>
                  <a:cubicBezTo>
                    <a:pt x="9" y="0"/>
                    <a:pt x="0" y="0"/>
                    <a:pt x="0" y="11"/>
                  </a:cubicBezTo>
                  <a:cubicBezTo>
                    <a:pt x="0" y="23"/>
                    <a:pt x="9" y="23"/>
                    <a:pt x="19" y="23"/>
                  </a:cubicBezTo>
                  <a:cubicBezTo>
                    <a:pt x="117" y="23"/>
                    <a:pt x="216" y="23"/>
                    <a:pt x="315" y="2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8520" rIns="90000" bIns="-3852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5" name="Freeform 214"/>
            <p:cNvSpPr/>
            <p:nvPr/>
          </p:nvSpPr>
          <p:spPr>
            <a:xfrm>
              <a:off x="1830600" y="12204000"/>
              <a:ext cx="50760" cy="126720"/>
            </a:xfrm>
            <a:custGeom>
              <a:avLst/>
              <a:gdLst>
                <a:gd name="textAreaLeft" fmla="*/ 0 w 50760"/>
                <a:gd name="textAreaRight" fmla="*/ 51120 w 50760"/>
                <a:gd name="textAreaTop" fmla="*/ 0 h 126720"/>
                <a:gd name="textAreaBottom" fmla="*/ 127080 h 126720"/>
              </a:gdLst>
              <a:ahLst/>
              <a:cxnLst/>
              <a:rect l="textAreaLeft" t="textAreaTop" r="textAreaRight" b="textAreaBottom"/>
              <a:pathLst>
                <a:path w="172" h="360">
                  <a:moveTo>
                    <a:pt x="84" y="124"/>
                  </a:moveTo>
                  <a:cubicBezTo>
                    <a:pt x="110" y="124"/>
                    <a:pt x="136" y="124"/>
                    <a:pt x="162" y="124"/>
                  </a:cubicBezTo>
                  <a:cubicBezTo>
                    <a:pt x="162" y="118"/>
                    <a:pt x="162" y="112"/>
                    <a:pt x="162" y="106"/>
                  </a:cubicBezTo>
                  <a:cubicBezTo>
                    <a:pt x="136" y="106"/>
                    <a:pt x="110" y="106"/>
                    <a:pt x="84" y="106"/>
                  </a:cubicBezTo>
                  <a:cubicBezTo>
                    <a:pt x="84" y="71"/>
                    <a:pt x="84" y="35"/>
                    <a:pt x="84" y="0"/>
                  </a:cubicBezTo>
                  <a:cubicBezTo>
                    <a:pt x="80" y="0"/>
                    <a:pt x="75" y="0"/>
                    <a:pt x="70" y="0"/>
                  </a:cubicBezTo>
                  <a:cubicBezTo>
                    <a:pt x="70" y="47"/>
                    <a:pt x="53" y="108"/>
                    <a:pt x="0" y="111"/>
                  </a:cubicBezTo>
                  <a:cubicBezTo>
                    <a:pt x="0" y="116"/>
                    <a:pt x="0" y="120"/>
                    <a:pt x="0" y="124"/>
                  </a:cubicBezTo>
                  <a:cubicBezTo>
                    <a:pt x="15" y="124"/>
                    <a:pt x="30" y="124"/>
                    <a:pt x="45" y="124"/>
                  </a:cubicBezTo>
                  <a:cubicBezTo>
                    <a:pt x="45" y="177"/>
                    <a:pt x="45" y="230"/>
                    <a:pt x="45" y="283"/>
                  </a:cubicBezTo>
                  <a:cubicBezTo>
                    <a:pt x="45" y="353"/>
                    <a:pt x="97" y="360"/>
                    <a:pt x="117" y="360"/>
                  </a:cubicBezTo>
                  <a:cubicBezTo>
                    <a:pt x="156" y="360"/>
                    <a:pt x="172" y="319"/>
                    <a:pt x="172" y="283"/>
                  </a:cubicBezTo>
                  <a:cubicBezTo>
                    <a:pt x="172" y="272"/>
                    <a:pt x="172" y="260"/>
                    <a:pt x="172" y="249"/>
                  </a:cubicBezTo>
                  <a:cubicBezTo>
                    <a:pt x="167" y="249"/>
                    <a:pt x="162" y="249"/>
                    <a:pt x="158" y="249"/>
                  </a:cubicBezTo>
                  <a:cubicBezTo>
                    <a:pt x="158" y="260"/>
                    <a:pt x="158" y="270"/>
                    <a:pt x="158" y="281"/>
                  </a:cubicBezTo>
                  <a:cubicBezTo>
                    <a:pt x="158" y="324"/>
                    <a:pt x="141" y="345"/>
                    <a:pt x="120" y="345"/>
                  </a:cubicBezTo>
                  <a:cubicBezTo>
                    <a:pt x="84" y="345"/>
                    <a:pt x="84" y="293"/>
                    <a:pt x="84" y="283"/>
                  </a:cubicBezTo>
                  <a:cubicBezTo>
                    <a:pt x="84" y="230"/>
                    <a:pt x="84" y="177"/>
                    <a:pt x="84" y="124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6" name="Freeform 215"/>
            <p:cNvSpPr/>
            <p:nvPr/>
          </p:nvSpPr>
          <p:spPr>
            <a:xfrm>
              <a:off x="1896840" y="12239640"/>
              <a:ext cx="54720" cy="8856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88560"/>
                <a:gd name="textAreaBottom" fmla="*/ 88920 h 88560"/>
              </a:gdLst>
              <a:ahLst/>
              <a:cxnLst/>
              <a:rect l="textAreaLeft" t="textAreaTop" r="textAreaRight" b="textAreaBottom"/>
              <a:pathLst>
                <a:path w="184" h="253">
                  <a:moveTo>
                    <a:pt x="76" y="62"/>
                  </a:moveTo>
                  <a:cubicBezTo>
                    <a:pt x="76" y="41"/>
                    <a:pt x="76" y="20"/>
                    <a:pt x="76" y="0"/>
                  </a:cubicBezTo>
                  <a:cubicBezTo>
                    <a:pt x="51" y="2"/>
                    <a:pt x="25" y="4"/>
                    <a:pt x="0" y="6"/>
                  </a:cubicBezTo>
                  <a:cubicBezTo>
                    <a:pt x="0" y="12"/>
                    <a:pt x="0" y="18"/>
                    <a:pt x="0" y="24"/>
                  </a:cubicBezTo>
                  <a:cubicBezTo>
                    <a:pt x="39" y="24"/>
                    <a:pt x="44" y="28"/>
                    <a:pt x="44" y="55"/>
                  </a:cubicBezTo>
                  <a:cubicBezTo>
                    <a:pt x="44" y="107"/>
                    <a:pt x="44" y="158"/>
                    <a:pt x="44" y="209"/>
                  </a:cubicBezTo>
                  <a:cubicBezTo>
                    <a:pt x="44" y="235"/>
                    <a:pt x="37" y="235"/>
                    <a:pt x="0" y="235"/>
                  </a:cubicBezTo>
                  <a:cubicBezTo>
                    <a:pt x="0" y="241"/>
                    <a:pt x="0" y="247"/>
                    <a:pt x="0" y="253"/>
                  </a:cubicBezTo>
                  <a:cubicBezTo>
                    <a:pt x="22" y="253"/>
                    <a:pt x="48" y="252"/>
                    <a:pt x="62" y="252"/>
                  </a:cubicBezTo>
                  <a:cubicBezTo>
                    <a:pt x="86" y="252"/>
                    <a:pt x="111" y="252"/>
                    <a:pt x="133" y="253"/>
                  </a:cubicBezTo>
                  <a:cubicBezTo>
                    <a:pt x="133" y="247"/>
                    <a:pt x="133" y="241"/>
                    <a:pt x="133" y="235"/>
                  </a:cubicBezTo>
                  <a:cubicBezTo>
                    <a:pt x="129" y="235"/>
                    <a:pt x="125" y="235"/>
                    <a:pt x="122" y="235"/>
                  </a:cubicBezTo>
                  <a:cubicBezTo>
                    <a:pt x="81" y="235"/>
                    <a:pt x="79" y="229"/>
                    <a:pt x="79" y="209"/>
                  </a:cubicBezTo>
                  <a:cubicBezTo>
                    <a:pt x="79" y="180"/>
                    <a:pt x="79" y="150"/>
                    <a:pt x="79" y="121"/>
                  </a:cubicBezTo>
                  <a:cubicBezTo>
                    <a:pt x="79" y="64"/>
                    <a:pt x="103" y="13"/>
                    <a:pt x="143" y="13"/>
                  </a:cubicBezTo>
                  <a:cubicBezTo>
                    <a:pt x="148" y="13"/>
                    <a:pt x="148" y="13"/>
                    <a:pt x="150" y="13"/>
                  </a:cubicBezTo>
                  <a:cubicBezTo>
                    <a:pt x="148" y="13"/>
                    <a:pt x="137" y="19"/>
                    <a:pt x="137" y="36"/>
                  </a:cubicBezTo>
                  <a:cubicBezTo>
                    <a:pt x="137" y="50"/>
                    <a:pt x="150" y="60"/>
                    <a:pt x="161" y="60"/>
                  </a:cubicBezTo>
                  <a:cubicBezTo>
                    <a:pt x="172" y="60"/>
                    <a:pt x="184" y="52"/>
                    <a:pt x="184" y="34"/>
                  </a:cubicBezTo>
                  <a:cubicBezTo>
                    <a:pt x="184" y="16"/>
                    <a:pt x="168" y="0"/>
                    <a:pt x="143" y="0"/>
                  </a:cubicBezTo>
                  <a:cubicBezTo>
                    <a:pt x="104" y="0"/>
                    <a:pt x="84" y="37"/>
                    <a:pt x="76" y="62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3920" rIns="90000" bIns="4392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7" name="Freeform 216"/>
            <p:cNvSpPr/>
            <p:nvPr/>
          </p:nvSpPr>
          <p:spPr>
            <a:xfrm>
              <a:off x="1978200" y="12176280"/>
              <a:ext cx="20880" cy="20376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203760"/>
                <a:gd name="textAreaBottom" fmla="*/ 204120 h 203760"/>
              </a:gdLst>
              <a:ahLst/>
              <a:cxnLst/>
              <a:rect l="textAreaLeft" t="textAreaTop" r="textAreaRight" b="textAreaBottom"/>
              <a:pathLst>
                <a:path w="75" h="574">
                  <a:moveTo>
                    <a:pt x="75" y="574"/>
                  </a:moveTo>
                  <a:cubicBezTo>
                    <a:pt x="75" y="567"/>
                    <a:pt x="75" y="559"/>
                    <a:pt x="75" y="552"/>
                  </a:cubicBezTo>
                  <a:cubicBezTo>
                    <a:pt x="57" y="552"/>
                    <a:pt x="40" y="552"/>
                    <a:pt x="22" y="552"/>
                  </a:cubicBezTo>
                  <a:cubicBezTo>
                    <a:pt x="22" y="375"/>
                    <a:pt x="22" y="199"/>
                    <a:pt x="22" y="23"/>
                  </a:cubicBezTo>
                  <a:cubicBezTo>
                    <a:pt x="40" y="23"/>
                    <a:pt x="57" y="23"/>
                    <a:pt x="75" y="23"/>
                  </a:cubicBezTo>
                  <a:cubicBezTo>
                    <a:pt x="75" y="15"/>
                    <a:pt x="75" y="8"/>
                    <a:pt x="75" y="0"/>
                  </a:cubicBezTo>
                  <a:cubicBezTo>
                    <a:pt x="50" y="0"/>
                    <a:pt x="25" y="0"/>
                    <a:pt x="0" y="0"/>
                  </a:cubicBezTo>
                  <a:cubicBezTo>
                    <a:pt x="0" y="191"/>
                    <a:pt x="0" y="383"/>
                    <a:pt x="0" y="574"/>
                  </a:cubicBezTo>
                  <a:cubicBezTo>
                    <a:pt x="25" y="574"/>
                    <a:pt x="50" y="574"/>
                    <a:pt x="75" y="574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8" name="Freeform 217"/>
            <p:cNvSpPr/>
            <p:nvPr/>
          </p:nvSpPr>
          <p:spPr>
            <a:xfrm>
              <a:off x="2010240" y="12188880"/>
              <a:ext cx="132120" cy="139320"/>
            </a:xfrm>
            <a:custGeom>
              <a:avLst/>
              <a:gdLst>
                <a:gd name="textAreaLeft" fmla="*/ 0 w 132120"/>
                <a:gd name="textAreaRight" fmla="*/ 132480 w 132120"/>
                <a:gd name="textAreaTop" fmla="*/ 0 h 139320"/>
                <a:gd name="textAreaBottom" fmla="*/ 139680 h 139320"/>
              </a:gdLst>
              <a:ahLst/>
              <a:cxnLst/>
              <a:rect l="textAreaLeft" t="textAreaTop" r="textAreaRight" b="textAreaBottom"/>
              <a:pathLst>
                <a:path w="438" h="394">
                  <a:moveTo>
                    <a:pt x="247" y="167"/>
                  </a:moveTo>
                  <a:cubicBezTo>
                    <a:pt x="277" y="124"/>
                    <a:pt x="308" y="82"/>
                    <a:pt x="339" y="39"/>
                  </a:cubicBezTo>
                  <a:cubicBezTo>
                    <a:pt x="345" y="31"/>
                    <a:pt x="345" y="31"/>
                    <a:pt x="364" y="29"/>
                  </a:cubicBezTo>
                  <a:cubicBezTo>
                    <a:pt x="378" y="28"/>
                    <a:pt x="381" y="28"/>
                    <a:pt x="396" y="28"/>
                  </a:cubicBezTo>
                  <a:cubicBezTo>
                    <a:pt x="402" y="28"/>
                    <a:pt x="407" y="28"/>
                    <a:pt x="412" y="28"/>
                  </a:cubicBezTo>
                  <a:cubicBezTo>
                    <a:pt x="412" y="18"/>
                    <a:pt x="412" y="9"/>
                    <a:pt x="412" y="0"/>
                  </a:cubicBezTo>
                  <a:cubicBezTo>
                    <a:pt x="389" y="2"/>
                    <a:pt x="362" y="2"/>
                    <a:pt x="339" y="2"/>
                  </a:cubicBezTo>
                  <a:cubicBezTo>
                    <a:pt x="317" y="2"/>
                    <a:pt x="275" y="2"/>
                    <a:pt x="256" y="0"/>
                  </a:cubicBezTo>
                  <a:cubicBezTo>
                    <a:pt x="256" y="9"/>
                    <a:pt x="256" y="18"/>
                    <a:pt x="256" y="28"/>
                  </a:cubicBezTo>
                  <a:cubicBezTo>
                    <a:pt x="265" y="28"/>
                    <a:pt x="287" y="28"/>
                    <a:pt x="306" y="33"/>
                  </a:cubicBezTo>
                  <a:cubicBezTo>
                    <a:pt x="306" y="34"/>
                    <a:pt x="303" y="38"/>
                    <a:pt x="301" y="39"/>
                  </a:cubicBezTo>
                  <a:cubicBezTo>
                    <a:pt x="277" y="73"/>
                    <a:pt x="253" y="107"/>
                    <a:pt x="229" y="141"/>
                  </a:cubicBezTo>
                  <a:cubicBezTo>
                    <a:pt x="203" y="103"/>
                    <a:pt x="176" y="65"/>
                    <a:pt x="150" y="28"/>
                  </a:cubicBezTo>
                  <a:cubicBezTo>
                    <a:pt x="165" y="28"/>
                    <a:pt x="181" y="28"/>
                    <a:pt x="197" y="28"/>
                  </a:cubicBezTo>
                  <a:cubicBezTo>
                    <a:pt x="197" y="18"/>
                    <a:pt x="197" y="9"/>
                    <a:pt x="197" y="0"/>
                  </a:cubicBezTo>
                  <a:cubicBezTo>
                    <a:pt x="173" y="2"/>
                    <a:pt x="122" y="2"/>
                    <a:pt x="97" y="2"/>
                  </a:cubicBezTo>
                  <a:cubicBezTo>
                    <a:pt x="75" y="2"/>
                    <a:pt x="27" y="2"/>
                    <a:pt x="8" y="0"/>
                  </a:cubicBezTo>
                  <a:cubicBezTo>
                    <a:pt x="8" y="9"/>
                    <a:pt x="8" y="18"/>
                    <a:pt x="8" y="28"/>
                  </a:cubicBezTo>
                  <a:cubicBezTo>
                    <a:pt x="26" y="28"/>
                    <a:pt x="43" y="28"/>
                    <a:pt x="61" y="28"/>
                  </a:cubicBezTo>
                  <a:cubicBezTo>
                    <a:pt x="102" y="86"/>
                    <a:pt x="143" y="145"/>
                    <a:pt x="184" y="203"/>
                  </a:cubicBezTo>
                  <a:cubicBezTo>
                    <a:pt x="147" y="254"/>
                    <a:pt x="110" y="305"/>
                    <a:pt x="73" y="357"/>
                  </a:cubicBezTo>
                  <a:cubicBezTo>
                    <a:pt x="67" y="363"/>
                    <a:pt x="67" y="363"/>
                    <a:pt x="49" y="367"/>
                  </a:cubicBezTo>
                  <a:cubicBezTo>
                    <a:pt x="38" y="367"/>
                    <a:pt x="27" y="368"/>
                    <a:pt x="16" y="368"/>
                  </a:cubicBezTo>
                  <a:cubicBezTo>
                    <a:pt x="11" y="368"/>
                    <a:pt x="5" y="368"/>
                    <a:pt x="0" y="368"/>
                  </a:cubicBezTo>
                  <a:cubicBezTo>
                    <a:pt x="0" y="377"/>
                    <a:pt x="0" y="386"/>
                    <a:pt x="0" y="394"/>
                  </a:cubicBezTo>
                  <a:cubicBezTo>
                    <a:pt x="24" y="393"/>
                    <a:pt x="50" y="393"/>
                    <a:pt x="73" y="393"/>
                  </a:cubicBezTo>
                  <a:cubicBezTo>
                    <a:pt x="95" y="393"/>
                    <a:pt x="137" y="393"/>
                    <a:pt x="156" y="394"/>
                  </a:cubicBezTo>
                  <a:cubicBezTo>
                    <a:pt x="156" y="386"/>
                    <a:pt x="156" y="377"/>
                    <a:pt x="156" y="368"/>
                  </a:cubicBezTo>
                  <a:cubicBezTo>
                    <a:pt x="147" y="368"/>
                    <a:pt x="125" y="368"/>
                    <a:pt x="106" y="362"/>
                  </a:cubicBezTo>
                  <a:cubicBezTo>
                    <a:pt x="106" y="360"/>
                    <a:pt x="109" y="357"/>
                    <a:pt x="111" y="355"/>
                  </a:cubicBezTo>
                  <a:cubicBezTo>
                    <a:pt x="141" y="313"/>
                    <a:pt x="171" y="271"/>
                    <a:pt x="201" y="229"/>
                  </a:cubicBezTo>
                  <a:cubicBezTo>
                    <a:pt x="233" y="275"/>
                    <a:pt x="265" y="322"/>
                    <a:pt x="297" y="368"/>
                  </a:cubicBezTo>
                  <a:cubicBezTo>
                    <a:pt x="281" y="368"/>
                    <a:pt x="266" y="368"/>
                    <a:pt x="251" y="368"/>
                  </a:cubicBezTo>
                  <a:cubicBezTo>
                    <a:pt x="251" y="377"/>
                    <a:pt x="251" y="386"/>
                    <a:pt x="251" y="394"/>
                  </a:cubicBezTo>
                  <a:cubicBezTo>
                    <a:pt x="273" y="393"/>
                    <a:pt x="326" y="393"/>
                    <a:pt x="350" y="393"/>
                  </a:cubicBezTo>
                  <a:cubicBezTo>
                    <a:pt x="371" y="393"/>
                    <a:pt x="420" y="393"/>
                    <a:pt x="438" y="394"/>
                  </a:cubicBezTo>
                  <a:cubicBezTo>
                    <a:pt x="438" y="386"/>
                    <a:pt x="438" y="377"/>
                    <a:pt x="438" y="368"/>
                  </a:cubicBezTo>
                  <a:cubicBezTo>
                    <a:pt x="421" y="368"/>
                    <a:pt x="403" y="368"/>
                    <a:pt x="385" y="368"/>
                  </a:cubicBezTo>
                  <a:cubicBezTo>
                    <a:pt x="339" y="301"/>
                    <a:pt x="293" y="234"/>
                    <a:pt x="247" y="16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9" name="Freeform 218"/>
            <p:cNvSpPr/>
            <p:nvPr/>
          </p:nvSpPr>
          <p:spPr>
            <a:xfrm>
              <a:off x="2156760" y="12145680"/>
              <a:ext cx="102600" cy="97920"/>
            </a:xfrm>
            <a:custGeom>
              <a:avLst/>
              <a:gdLst>
                <a:gd name="textAreaLeft" fmla="*/ 0 w 102600"/>
                <a:gd name="textAreaRight" fmla="*/ 102960 w 102600"/>
                <a:gd name="textAreaTop" fmla="*/ 0 h 97920"/>
                <a:gd name="textAreaBottom" fmla="*/ 98280 h 97920"/>
              </a:gdLst>
              <a:ahLst/>
              <a:cxnLst/>
              <a:rect l="textAreaLeft" t="textAreaTop" r="textAreaRight" b="textAreaBottom"/>
              <a:pathLst>
                <a:path w="342" h="277">
                  <a:moveTo>
                    <a:pt x="299" y="23"/>
                  </a:moveTo>
                  <a:cubicBezTo>
                    <a:pt x="314" y="23"/>
                    <a:pt x="328" y="23"/>
                    <a:pt x="342" y="23"/>
                  </a:cubicBezTo>
                  <a:cubicBezTo>
                    <a:pt x="342" y="16"/>
                    <a:pt x="342" y="8"/>
                    <a:pt x="342" y="0"/>
                  </a:cubicBezTo>
                  <a:cubicBezTo>
                    <a:pt x="332" y="2"/>
                    <a:pt x="278" y="2"/>
                    <a:pt x="271" y="2"/>
                  </a:cubicBezTo>
                  <a:cubicBezTo>
                    <a:pt x="262" y="2"/>
                    <a:pt x="209" y="2"/>
                    <a:pt x="201" y="0"/>
                  </a:cubicBezTo>
                  <a:cubicBezTo>
                    <a:pt x="201" y="8"/>
                    <a:pt x="201" y="16"/>
                    <a:pt x="201" y="23"/>
                  </a:cubicBezTo>
                  <a:cubicBezTo>
                    <a:pt x="215" y="23"/>
                    <a:pt x="228" y="23"/>
                    <a:pt x="242" y="23"/>
                  </a:cubicBezTo>
                  <a:cubicBezTo>
                    <a:pt x="242" y="56"/>
                    <a:pt x="242" y="89"/>
                    <a:pt x="242" y="122"/>
                  </a:cubicBezTo>
                  <a:cubicBezTo>
                    <a:pt x="194" y="122"/>
                    <a:pt x="147" y="122"/>
                    <a:pt x="100" y="122"/>
                  </a:cubicBezTo>
                  <a:cubicBezTo>
                    <a:pt x="100" y="89"/>
                    <a:pt x="100" y="56"/>
                    <a:pt x="100" y="23"/>
                  </a:cubicBezTo>
                  <a:cubicBezTo>
                    <a:pt x="113" y="23"/>
                    <a:pt x="127" y="23"/>
                    <a:pt x="140" y="23"/>
                  </a:cubicBezTo>
                  <a:cubicBezTo>
                    <a:pt x="140" y="16"/>
                    <a:pt x="140" y="8"/>
                    <a:pt x="140" y="0"/>
                  </a:cubicBezTo>
                  <a:cubicBezTo>
                    <a:pt x="133" y="2"/>
                    <a:pt x="76" y="2"/>
                    <a:pt x="70" y="2"/>
                  </a:cubicBezTo>
                  <a:cubicBezTo>
                    <a:pt x="62" y="2"/>
                    <a:pt x="9" y="2"/>
                    <a:pt x="0" y="0"/>
                  </a:cubicBezTo>
                  <a:cubicBezTo>
                    <a:pt x="0" y="8"/>
                    <a:pt x="0" y="16"/>
                    <a:pt x="0" y="23"/>
                  </a:cubicBezTo>
                  <a:cubicBezTo>
                    <a:pt x="14" y="23"/>
                    <a:pt x="28" y="23"/>
                    <a:pt x="42" y="23"/>
                  </a:cubicBezTo>
                  <a:cubicBezTo>
                    <a:pt x="42" y="100"/>
                    <a:pt x="42" y="177"/>
                    <a:pt x="42" y="254"/>
                  </a:cubicBezTo>
                  <a:cubicBezTo>
                    <a:pt x="28" y="254"/>
                    <a:pt x="14" y="254"/>
                    <a:pt x="0" y="254"/>
                  </a:cubicBezTo>
                  <a:cubicBezTo>
                    <a:pt x="0" y="262"/>
                    <a:pt x="0" y="269"/>
                    <a:pt x="0" y="277"/>
                  </a:cubicBezTo>
                  <a:cubicBezTo>
                    <a:pt x="9" y="277"/>
                    <a:pt x="64" y="275"/>
                    <a:pt x="70" y="275"/>
                  </a:cubicBezTo>
                  <a:cubicBezTo>
                    <a:pt x="80" y="275"/>
                    <a:pt x="133" y="277"/>
                    <a:pt x="140" y="277"/>
                  </a:cubicBezTo>
                  <a:cubicBezTo>
                    <a:pt x="140" y="269"/>
                    <a:pt x="140" y="262"/>
                    <a:pt x="140" y="254"/>
                  </a:cubicBezTo>
                  <a:cubicBezTo>
                    <a:pt x="127" y="254"/>
                    <a:pt x="113" y="254"/>
                    <a:pt x="100" y="254"/>
                  </a:cubicBezTo>
                  <a:cubicBezTo>
                    <a:pt x="100" y="218"/>
                    <a:pt x="100" y="181"/>
                    <a:pt x="100" y="144"/>
                  </a:cubicBezTo>
                  <a:cubicBezTo>
                    <a:pt x="147" y="144"/>
                    <a:pt x="194" y="144"/>
                    <a:pt x="242" y="144"/>
                  </a:cubicBezTo>
                  <a:cubicBezTo>
                    <a:pt x="242" y="181"/>
                    <a:pt x="242" y="218"/>
                    <a:pt x="242" y="254"/>
                  </a:cubicBezTo>
                  <a:cubicBezTo>
                    <a:pt x="228" y="254"/>
                    <a:pt x="215" y="254"/>
                    <a:pt x="201" y="254"/>
                  </a:cubicBezTo>
                  <a:cubicBezTo>
                    <a:pt x="201" y="262"/>
                    <a:pt x="201" y="269"/>
                    <a:pt x="201" y="277"/>
                  </a:cubicBezTo>
                  <a:cubicBezTo>
                    <a:pt x="209" y="277"/>
                    <a:pt x="265" y="275"/>
                    <a:pt x="271" y="275"/>
                  </a:cubicBezTo>
                  <a:cubicBezTo>
                    <a:pt x="279" y="275"/>
                    <a:pt x="332" y="277"/>
                    <a:pt x="342" y="277"/>
                  </a:cubicBezTo>
                  <a:cubicBezTo>
                    <a:pt x="342" y="269"/>
                    <a:pt x="342" y="262"/>
                    <a:pt x="342" y="254"/>
                  </a:cubicBezTo>
                  <a:cubicBezTo>
                    <a:pt x="328" y="254"/>
                    <a:pt x="314" y="254"/>
                    <a:pt x="299" y="254"/>
                  </a:cubicBezTo>
                  <a:cubicBezTo>
                    <a:pt x="299" y="177"/>
                    <a:pt x="299" y="100"/>
                    <a:pt x="299" y="2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0" name="Freeform 219"/>
            <p:cNvSpPr/>
            <p:nvPr/>
          </p:nvSpPr>
          <p:spPr>
            <a:xfrm>
              <a:off x="2274480" y="12147840"/>
              <a:ext cx="79920" cy="95760"/>
            </a:xfrm>
            <a:custGeom>
              <a:avLst/>
              <a:gdLst>
                <a:gd name="textAreaLeft" fmla="*/ 0 w 79920"/>
                <a:gd name="textAreaRight" fmla="*/ 80280 w 7992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267" h="273">
                  <a:moveTo>
                    <a:pt x="253" y="0"/>
                  </a:moveTo>
                  <a:cubicBezTo>
                    <a:pt x="169" y="0"/>
                    <a:pt x="84" y="0"/>
                    <a:pt x="0" y="0"/>
                  </a:cubicBezTo>
                  <a:cubicBezTo>
                    <a:pt x="0" y="7"/>
                    <a:pt x="0" y="15"/>
                    <a:pt x="0" y="23"/>
                  </a:cubicBezTo>
                  <a:cubicBezTo>
                    <a:pt x="14" y="23"/>
                    <a:pt x="27" y="23"/>
                    <a:pt x="41" y="23"/>
                  </a:cubicBezTo>
                  <a:cubicBezTo>
                    <a:pt x="41" y="98"/>
                    <a:pt x="41" y="174"/>
                    <a:pt x="41" y="250"/>
                  </a:cubicBezTo>
                  <a:cubicBezTo>
                    <a:pt x="27" y="250"/>
                    <a:pt x="14" y="250"/>
                    <a:pt x="0" y="250"/>
                  </a:cubicBezTo>
                  <a:cubicBezTo>
                    <a:pt x="0" y="258"/>
                    <a:pt x="0" y="265"/>
                    <a:pt x="0" y="273"/>
                  </a:cubicBezTo>
                  <a:cubicBezTo>
                    <a:pt x="10" y="273"/>
                    <a:pt x="67" y="271"/>
                    <a:pt x="70" y="271"/>
                  </a:cubicBezTo>
                  <a:cubicBezTo>
                    <a:pt x="86" y="271"/>
                    <a:pt x="100" y="271"/>
                    <a:pt x="114" y="271"/>
                  </a:cubicBezTo>
                  <a:cubicBezTo>
                    <a:pt x="123" y="273"/>
                    <a:pt x="141" y="273"/>
                    <a:pt x="150" y="273"/>
                  </a:cubicBezTo>
                  <a:cubicBezTo>
                    <a:pt x="150" y="265"/>
                    <a:pt x="150" y="258"/>
                    <a:pt x="150" y="250"/>
                  </a:cubicBezTo>
                  <a:cubicBezTo>
                    <a:pt x="133" y="250"/>
                    <a:pt x="116" y="250"/>
                    <a:pt x="99" y="250"/>
                  </a:cubicBezTo>
                  <a:cubicBezTo>
                    <a:pt x="99" y="216"/>
                    <a:pt x="99" y="181"/>
                    <a:pt x="99" y="147"/>
                  </a:cubicBezTo>
                  <a:cubicBezTo>
                    <a:pt x="107" y="147"/>
                    <a:pt x="115" y="147"/>
                    <a:pt x="123" y="147"/>
                  </a:cubicBezTo>
                  <a:cubicBezTo>
                    <a:pt x="156" y="147"/>
                    <a:pt x="166" y="158"/>
                    <a:pt x="166" y="191"/>
                  </a:cubicBezTo>
                  <a:cubicBezTo>
                    <a:pt x="173" y="191"/>
                    <a:pt x="181" y="191"/>
                    <a:pt x="189" y="191"/>
                  </a:cubicBezTo>
                  <a:cubicBezTo>
                    <a:pt x="189" y="154"/>
                    <a:pt x="189" y="117"/>
                    <a:pt x="189" y="80"/>
                  </a:cubicBezTo>
                  <a:cubicBezTo>
                    <a:pt x="181" y="80"/>
                    <a:pt x="173" y="80"/>
                    <a:pt x="166" y="80"/>
                  </a:cubicBezTo>
                  <a:cubicBezTo>
                    <a:pt x="166" y="113"/>
                    <a:pt x="158" y="126"/>
                    <a:pt x="123" y="126"/>
                  </a:cubicBezTo>
                  <a:cubicBezTo>
                    <a:pt x="115" y="126"/>
                    <a:pt x="107" y="126"/>
                    <a:pt x="99" y="126"/>
                  </a:cubicBezTo>
                  <a:cubicBezTo>
                    <a:pt x="99" y="91"/>
                    <a:pt x="99" y="57"/>
                    <a:pt x="99" y="23"/>
                  </a:cubicBezTo>
                  <a:cubicBezTo>
                    <a:pt x="119" y="23"/>
                    <a:pt x="140" y="23"/>
                    <a:pt x="161" y="23"/>
                  </a:cubicBezTo>
                  <a:cubicBezTo>
                    <a:pt x="216" y="23"/>
                    <a:pt x="234" y="41"/>
                    <a:pt x="242" y="96"/>
                  </a:cubicBezTo>
                  <a:cubicBezTo>
                    <a:pt x="250" y="96"/>
                    <a:pt x="259" y="96"/>
                    <a:pt x="267" y="96"/>
                  </a:cubicBezTo>
                  <a:cubicBezTo>
                    <a:pt x="262" y="64"/>
                    <a:pt x="258" y="32"/>
                    <a:pt x="253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1" name="Freeform 220"/>
            <p:cNvSpPr/>
            <p:nvPr/>
          </p:nvSpPr>
          <p:spPr>
            <a:xfrm>
              <a:off x="2387520" y="12176280"/>
              <a:ext cx="37440" cy="20376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203760"/>
                <a:gd name="textAreaBottom" fmla="*/ 204120 h 203760"/>
              </a:gdLst>
              <a:ahLst/>
              <a:cxnLst/>
              <a:rect l="textAreaLeft" t="textAreaTop" r="textAreaRight" b="textAreaBottom"/>
              <a:pathLst>
                <a:path w="128" h="574">
                  <a:moveTo>
                    <a:pt x="128" y="568"/>
                  </a:moveTo>
                  <a:cubicBezTo>
                    <a:pt x="128" y="566"/>
                    <a:pt x="128" y="566"/>
                    <a:pt x="118" y="556"/>
                  </a:cubicBezTo>
                  <a:cubicBezTo>
                    <a:pt x="50" y="483"/>
                    <a:pt x="33" y="375"/>
                    <a:pt x="33" y="286"/>
                  </a:cubicBezTo>
                  <a:cubicBezTo>
                    <a:pt x="33" y="187"/>
                    <a:pt x="53" y="87"/>
                    <a:pt x="120" y="15"/>
                  </a:cubicBezTo>
                  <a:cubicBezTo>
                    <a:pt x="128" y="8"/>
                    <a:pt x="128" y="6"/>
                    <a:pt x="128" y="5"/>
                  </a:cubicBezTo>
                  <a:cubicBezTo>
                    <a:pt x="128" y="2"/>
                    <a:pt x="125" y="0"/>
                    <a:pt x="122" y="0"/>
                  </a:cubicBezTo>
                  <a:cubicBezTo>
                    <a:pt x="117" y="0"/>
                    <a:pt x="67" y="39"/>
                    <a:pt x="34" y="111"/>
                  </a:cubicBezTo>
                  <a:cubicBezTo>
                    <a:pt x="6" y="175"/>
                    <a:pt x="0" y="239"/>
                    <a:pt x="0" y="286"/>
                  </a:cubicBezTo>
                  <a:cubicBezTo>
                    <a:pt x="0" y="332"/>
                    <a:pt x="6" y="401"/>
                    <a:pt x="36" y="466"/>
                  </a:cubicBezTo>
                  <a:cubicBezTo>
                    <a:pt x="70" y="537"/>
                    <a:pt x="117" y="574"/>
                    <a:pt x="122" y="574"/>
                  </a:cubicBezTo>
                  <a:cubicBezTo>
                    <a:pt x="125" y="574"/>
                    <a:pt x="128" y="573"/>
                    <a:pt x="128" y="56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2" name="Freeform 221"/>
            <p:cNvSpPr/>
            <p:nvPr/>
          </p:nvSpPr>
          <p:spPr>
            <a:xfrm>
              <a:off x="2447280" y="12186360"/>
              <a:ext cx="115560" cy="144360"/>
            </a:xfrm>
            <a:custGeom>
              <a:avLst/>
              <a:gdLst>
                <a:gd name="textAreaLeft" fmla="*/ 0 w 115560"/>
                <a:gd name="textAreaRight" fmla="*/ 115920 w 115560"/>
                <a:gd name="textAreaTop" fmla="*/ 0 h 144360"/>
                <a:gd name="textAreaBottom" fmla="*/ 144720 h 144360"/>
              </a:gdLst>
              <a:ahLst/>
              <a:cxnLst/>
              <a:rect l="textAreaLeft" t="textAreaTop" r="textAreaRight" b="textAreaBottom"/>
              <a:pathLst>
                <a:path w="384" h="408">
                  <a:moveTo>
                    <a:pt x="384" y="17"/>
                  </a:moveTo>
                  <a:cubicBezTo>
                    <a:pt x="384" y="5"/>
                    <a:pt x="384" y="0"/>
                    <a:pt x="374" y="0"/>
                  </a:cubicBezTo>
                  <a:cubicBezTo>
                    <a:pt x="370" y="0"/>
                    <a:pt x="368" y="2"/>
                    <a:pt x="363" y="5"/>
                  </a:cubicBezTo>
                  <a:cubicBezTo>
                    <a:pt x="351" y="17"/>
                    <a:pt x="339" y="28"/>
                    <a:pt x="327" y="40"/>
                  </a:cubicBezTo>
                  <a:cubicBezTo>
                    <a:pt x="293" y="12"/>
                    <a:pt x="257" y="0"/>
                    <a:pt x="220" y="0"/>
                  </a:cubicBezTo>
                  <a:cubicBezTo>
                    <a:pt x="83" y="0"/>
                    <a:pt x="0" y="87"/>
                    <a:pt x="0" y="205"/>
                  </a:cubicBezTo>
                  <a:cubicBezTo>
                    <a:pt x="0" y="323"/>
                    <a:pt x="83" y="408"/>
                    <a:pt x="220" y="408"/>
                  </a:cubicBezTo>
                  <a:cubicBezTo>
                    <a:pt x="323" y="408"/>
                    <a:pt x="384" y="338"/>
                    <a:pt x="384" y="270"/>
                  </a:cubicBezTo>
                  <a:cubicBezTo>
                    <a:pt x="384" y="259"/>
                    <a:pt x="380" y="259"/>
                    <a:pt x="371" y="259"/>
                  </a:cubicBezTo>
                  <a:cubicBezTo>
                    <a:pt x="363" y="259"/>
                    <a:pt x="359" y="259"/>
                    <a:pt x="359" y="269"/>
                  </a:cubicBezTo>
                  <a:cubicBezTo>
                    <a:pt x="354" y="346"/>
                    <a:pt x="288" y="380"/>
                    <a:pt x="232" y="380"/>
                  </a:cubicBezTo>
                  <a:cubicBezTo>
                    <a:pt x="190" y="380"/>
                    <a:pt x="143" y="367"/>
                    <a:pt x="115" y="333"/>
                  </a:cubicBezTo>
                  <a:cubicBezTo>
                    <a:pt x="90" y="300"/>
                    <a:pt x="83" y="256"/>
                    <a:pt x="83" y="205"/>
                  </a:cubicBezTo>
                  <a:cubicBezTo>
                    <a:pt x="83" y="172"/>
                    <a:pt x="84" y="110"/>
                    <a:pt x="120" y="72"/>
                  </a:cubicBezTo>
                  <a:cubicBezTo>
                    <a:pt x="154" y="35"/>
                    <a:pt x="203" y="28"/>
                    <a:pt x="231" y="28"/>
                  </a:cubicBezTo>
                  <a:cubicBezTo>
                    <a:pt x="290" y="28"/>
                    <a:pt x="343" y="71"/>
                    <a:pt x="354" y="144"/>
                  </a:cubicBezTo>
                  <a:cubicBezTo>
                    <a:pt x="356" y="156"/>
                    <a:pt x="357" y="156"/>
                    <a:pt x="370" y="156"/>
                  </a:cubicBezTo>
                  <a:cubicBezTo>
                    <a:pt x="384" y="156"/>
                    <a:pt x="384" y="156"/>
                    <a:pt x="384" y="141"/>
                  </a:cubicBezTo>
                  <a:cubicBezTo>
                    <a:pt x="384" y="100"/>
                    <a:pt x="384" y="58"/>
                    <a:pt x="384" y="1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3" name="Freeform 222"/>
            <p:cNvSpPr/>
            <p:nvPr/>
          </p:nvSpPr>
          <p:spPr>
            <a:xfrm>
              <a:off x="2582280" y="12145680"/>
              <a:ext cx="101520" cy="9792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97920"/>
                <a:gd name="textAreaBottom" fmla="*/ 98280 h 97920"/>
              </a:gdLst>
              <a:ahLst/>
              <a:cxnLst/>
              <a:rect l="textAreaLeft" t="textAreaTop" r="textAreaRight" b="textAreaBottom"/>
              <a:pathLst>
                <a:path w="340" h="277">
                  <a:moveTo>
                    <a:pt x="300" y="23"/>
                  </a:moveTo>
                  <a:cubicBezTo>
                    <a:pt x="313" y="23"/>
                    <a:pt x="327" y="23"/>
                    <a:pt x="340" y="23"/>
                  </a:cubicBezTo>
                  <a:cubicBezTo>
                    <a:pt x="340" y="16"/>
                    <a:pt x="340" y="8"/>
                    <a:pt x="340" y="0"/>
                  </a:cubicBezTo>
                  <a:cubicBezTo>
                    <a:pt x="333" y="2"/>
                    <a:pt x="276" y="2"/>
                    <a:pt x="270" y="2"/>
                  </a:cubicBezTo>
                  <a:cubicBezTo>
                    <a:pt x="262" y="2"/>
                    <a:pt x="209" y="2"/>
                    <a:pt x="200" y="0"/>
                  </a:cubicBezTo>
                  <a:cubicBezTo>
                    <a:pt x="200" y="8"/>
                    <a:pt x="200" y="16"/>
                    <a:pt x="200" y="23"/>
                  </a:cubicBezTo>
                  <a:cubicBezTo>
                    <a:pt x="214" y="23"/>
                    <a:pt x="228" y="23"/>
                    <a:pt x="242" y="23"/>
                  </a:cubicBezTo>
                  <a:cubicBezTo>
                    <a:pt x="242" y="56"/>
                    <a:pt x="242" y="89"/>
                    <a:pt x="242" y="122"/>
                  </a:cubicBezTo>
                  <a:cubicBezTo>
                    <a:pt x="194" y="122"/>
                    <a:pt x="146" y="122"/>
                    <a:pt x="99" y="122"/>
                  </a:cubicBezTo>
                  <a:cubicBezTo>
                    <a:pt x="99" y="89"/>
                    <a:pt x="99" y="56"/>
                    <a:pt x="99" y="23"/>
                  </a:cubicBezTo>
                  <a:cubicBezTo>
                    <a:pt x="113" y="23"/>
                    <a:pt x="127" y="23"/>
                    <a:pt x="141" y="23"/>
                  </a:cubicBezTo>
                  <a:cubicBezTo>
                    <a:pt x="141" y="16"/>
                    <a:pt x="141" y="8"/>
                    <a:pt x="141" y="0"/>
                  </a:cubicBezTo>
                  <a:cubicBezTo>
                    <a:pt x="131" y="2"/>
                    <a:pt x="77" y="2"/>
                    <a:pt x="70" y="2"/>
                  </a:cubicBezTo>
                  <a:cubicBezTo>
                    <a:pt x="63" y="2"/>
                    <a:pt x="8" y="2"/>
                    <a:pt x="0" y="0"/>
                  </a:cubicBezTo>
                  <a:cubicBezTo>
                    <a:pt x="0" y="8"/>
                    <a:pt x="0" y="16"/>
                    <a:pt x="0" y="23"/>
                  </a:cubicBezTo>
                  <a:cubicBezTo>
                    <a:pt x="14" y="23"/>
                    <a:pt x="27" y="23"/>
                    <a:pt x="41" y="23"/>
                  </a:cubicBezTo>
                  <a:cubicBezTo>
                    <a:pt x="41" y="100"/>
                    <a:pt x="41" y="177"/>
                    <a:pt x="41" y="254"/>
                  </a:cubicBezTo>
                  <a:cubicBezTo>
                    <a:pt x="27" y="254"/>
                    <a:pt x="14" y="254"/>
                    <a:pt x="0" y="254"/>
                  </a:cubicBezTo>
                  <a:cubicBezTo>
                    <a:pt x="0" y="262"/>
                    <a:pt x="0" y="269"/>
                    <a:pt x="0" y="277"/>
                  </a:cubicBezTo>
                  <a:cubicBezTo>
                    <a:pt x="10" y="277"/>
                    <a:pt x="64" y="275"/>
                    <a:pt x="70" y="275"/>
                  </a:cubicBezTo>
                  <a:cubicBezTo>
                    <a:pt x="78" y="275"/>
                    <a:pt x="131" y="277"/>
                    <a:pt x="141" y="277"/>
                  </a:cubicBezTo>
                  <a:cubicBezTo>
                    <a:pt x="141" y="269"/>
                    <a:pt x="141" y="262"/>
                    <a:pt x="141" y="254"/>
                  </a:cubicBezTo>
                  <a:cubicBezTo>
                    <a:pt x="127" y="254"/>
                    <a:pt x="113" y="254"/>
                    <a:pt x="99" y="254"/>
                  </a:cubicBezTo>
                  <a:cubicBezTo>
                    <a:pt x="99" y="218"/>
                    <a:pt x="99" y="181"/>
                    <a:pt x="99" y="144"/>
                  </a:cubicBezTo>
                  <a:cubicBezTo>
                    <a:pt x="146" y="144"/>
                    <a:pt x="194" y="144"/>
                    <a:pt x="242" y="144"/>
                  </a:cubicBezTo>
                  <a:cubicBezTo>
                    <a:pt x="242" y="181"/>
                    <a:pt x="242" y="218"/>
                    <a:pt x="242" y="254"/>
                  </a:cubicBezTo>
                  <a:cubicBezTo>
                    <a:pt x="228" y="254"/>
                    <a:pt x="214" y="254"/>
                    <a:pt x="200" y="254"/>
                  </a:cubicBezTo>
                  <a:cubicBezTo>
                    <a:pt x="200" y="262"/>
                    <a:pt x="200" y="269"/>
                    <a:pt x="200" y="277"/>
                  </a:cubicBezTo>
                  <a:cubicBezTo>
                    <a:pt x="209" y="277"/>
                    <a:pt x="264" y="275"/>
                    <a:pt x="270" y="275"/>
                  </a:cubicBezTo>
                  <a:cubicBezTo>
                    <a:pt x="279" y="275"/>
                    <a:pt x="333" y="277"/>
                    <a:pt x="340" y="277"/>
                  </a:cubicBezTo>
                  <a:cubicBezTo>
                    <a:pt x="340" y="269"/>
                    <a:pt x="340" y="262"/>
                    <a:pt x="340" y="254"/>
                  </a:cubicBezTo>
                  <a:cubicBezTo>
                    <a:pt x="327" y="254"/>
                    <a:pt x="313" y="254"/>
                    <a:pt x="300" y="254"/>
                  </a:cubicBezTo>
                  <a:cubicBezTo>
                    <a:pt x="300" y="177"/>
                    <a:pt x="300" y="100"/>
                    <a:pt x="300" y="2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4" name="Freeform 223"/>
            <p:cNvSpPr/>
            <p:nvPr/>
          </p:nvSpPr>
          <p:spPr>
            <a:xfrm>
              <a:off x="2700000" y="12147840"/>
              <a:ext cx="79200" cy="95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265" h="273">
                  <a:moveTo>
                    <a:pt x="252" y="0"/>
                  </a:moveTo>
                  <a:cubicBezTo>
                    <a:pt x="168" y="0"/>
                    <a:pt x="84" y="0"/>
                    <a:pt x="0" y="0"/>
                  </a:cubicBezTo>
                  <a:cubicBezTo>
                    <a:pt x="0" y="7"/>
                    <a:pt x="0" y="15"/>
                    <a:pt x="0" y="23"/>
                  </a:cubicBezTo>
                  <a:cubicBezTo>
                    <a:pt x="13" y="23"/>
                    <a:pt x="27" y="23"/>
                    <a:pt x="40" y="23"/>
                  </a:cubicBezTo>
                  <a:cubicBezTo>
                    <a:pt x="40" y="98"/>
                    <a:pt x="40" y="174"/>
                    <a:pt x="40" y="250"/>
                  </a:cubicBezTo>
                  <a:cubicBezTo>
                    <a:pt x="27" y="250"/>
                    <a:pt x="13" y="250"/>
                    <a:pt x="0" y="250"/>
                  </a:cubicBezTo>
                  <a:cubicBezTo>
                    <a:pt x="0" y="258"/>
                    <a:pt x="0" y="265"/>
                    <a:pt x="0" y="273"/>
                  </a:cubicBezTo>
                  <a:cubicBezTo>
                    <a:pt x="9" y="273"/>
                    <a:pt x="67" y="271"/>
                    <a:pt x="70" y="271"/>
                  </a:cubicBezTo>
                  <a:cubicBezTo>
                    <a:pt x="84" y="271"/>
                    <a:pt x="98" y="271"/>
                    <a:pt x="112" y="271"/>
                  </a:cubicBezTo>
                  <a:cubicBezTo>
                    <a:pt x="123" y="273"/>
                    <a:pt x="140" y="273"/>
                    <a:pt x="149" y="273"/>
                  </a:cubicBezTo>
                  <a:cubicBezTo>
                    <a:pt x="149" y="265"/>
                    <a:pt x="149" y="258"/>
                    <a:pt x="149" y="250"/>
                  </a:cubicBezTo>
                  <a:cubicBezTo>
                    <a:pt x="132" y="250"/>
                    <a:pt x="115" y="250"/>
                    <a:pt x="98" y="250"/>
                  </a:cubicBezTo>
                  <a:cubicBezTo>
                    <a:pt x="98" y="216"/>
                    <a:pt x="98" y="181"/>
                    <a:pt x="98" y="147"/>
                  </a:cubicBezTo>
                  <a:cubicBezTo>
                    <a:pt x="106" y="147"/>
                    <a:pt x="113" y="147"/>
                    <a:pt x="121" y="147"/>
                  </a:cubicBezTo>
                  <a:cubicBezTo>
                    <a:pt x="156" y="147"/>
                    <a:pt x="165" y="158"/>
                    <a:pt x="165" y="191"/>
                  </a:cubicBezTo>
                  <a:cubicBezTo>
                    <a:pt x="173" y="191"/>
                    <a:pt x="180" y="191"/>
                    <a:pt x="188" y="191"/>
                  </a:cubicBezTo>
                  <a:cubicBezTo>
                    <a:pt x="188" y="154"/>
                    <a:pt x="188" y="117"/>
                    <a:pt x="188" y="80"/>
                  </a:cubicBezTo>
                  <a:cubicBezTo>
                    <a:pt x="180" y="80"/>
                    <a:pt x="173" y="80"/>
                    <a:pt x="165" y="80"/>
                  </a:cubicBezTo>
                  <a:cubicBezTo>
                    <a:pt x="165" y="113"/>
                    <a:pt x="156" y="126"/>
                    <a:pt x="121" y="126"/>
                  </a:cubicBezTo>
                  <a:cubicBezTo>
                    <a:pt x="113" y="126"/>
                    <a:pt x="106" y="126"/>
                    <a:pt x="98" y="126"/>
                  </a:cubicBezTo>
                  <a:cubicBezTo>
                    <a:pt x="98" y="91"/>
                    <a:pt x="98" y="57"/>
                    <a:pt x="98" y="23"/>
                  </a:cubicBezTo>
                  <a:cubicBezTo>
                    <a:pt x="119" y="23"/>
                    <a:pt x="139" y="23"/>
                    <a:pt x="160" y="23"/>
                  </a:cubicBezTo>
                  <a:cubicBezTo>
                    <a:pt x="215" y="23"/>
                    <a:pt x="234" y="41"/>
                    <a:pt x="241" y="96"/>
                  </a:cubicBezTo>
                  <a:cubicBezTo>
                    <a:pt x="249" y="96"/>
                    <a:pt x="257" y="96"/>
                    <a:pt x="265" y="96"/>
                  </a:cubicBezTo>
                  <a:cubicBezTo>
                    <a:pt x="261" y="64"/>
                    <a:pt x="256" y="32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5" name="Freeform 224"/>
            <p:cNvSpPr/>
            <p:nvPr/>
          </p:nvSpPr>
          <p:spPr>
            <a:xfrm>
              <a:off x="2806920" y="12186360"/>
              <a:ext cx="83520" cy="14436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144360"/>
                <a:gd name="textAreaBottom" fmla="*/ 144720 h 144360"/>
              </a:gdLst>
              <a:ahLst/>
              <a:cxnLst/>
              <a:rect l="textAreaLeft" t="textAreaTop" r="textAreaRight" b="textAreaBottom"/>
              <a:pathLst>
                <a:path w="279" h="408">
                  <a:moveTo>
                    <a:pt x="184" y="164"/>
                  </a:moveTo>
                  <a:cubicBezTo>
                    <a:pt x="157" y="158"/>
                    <a:pt x="131" y="152"/>
                    <a:pt x="104" y="146"/>
                  </a:cubicBezTo>
                  <a:cubicBezTo>
                    <a:pt x="82" y="141"/>
                    <a:pt x="53" y="122"/>
                    <a:pt x="53" y="85"/>
                  </a:cubicBezTo>
                  <a:cubicBezTo>
                    <a:pt x="53" y="61"/>
                    <a:pt x="67" y="25"/>
                    <a:pt x="123" y="25"/>
                  </a:cubicBezTo>
                  <a:cubicBezTo>
                    <a:pt x="166" y="25"/>
                    <a:pt x="221" y="45"/>
                    <a:pt x="233" y="123"/>
                  </a:cubicBezTo>
                  <a:cubicBezTo>
                    <a:pt x="237" y="136"/>
                    <a:pt x="237" y="138"/>
                    <a:pt x="248" y="138"/>
                  </a:cubicBezTo>
                  <a:cubicBezTo>
                    <a:pt x="262" y="138"/>
                    <a:pt x="262" y="135"/>
                    <a:pt x="262" y="122"/>
                  </a:cubicBezTo>
                  <a:cubicBezTo>
                    <a:pt x="262" y="87"/>
                    <a:pt x="262" y="52"/>
                    <a:pt x="262" y="17"/>
                  </a:cubicBezTo>
                  <a:cubicBezTo>
                    <a:pt x="262" y="5"/>
                    <a:pt x="262" y="0"/>
                    <a:pt x="251" y="0"/>
                  </a:cubicBezTo>
                  <a:cubicBezTo>
                    <a:pt x="246" y="0"/>
                    <a:pt x="246" y="2"/>
                    <a:pt x="240" y="7"/>
                  </a:cubicBezTo>
                  <a:cubicBezTo>
                    <a:pt x="231" y="16"/>
                    <a:pt x="223" y="24"/>
                    <a:pt x="215" y="33"/>
                  </a:cubicBezTo>
                  <a:cubicBezTo>
                    <a:pt x="184" y="5"/>
                    <a:pt x="148" y="0"/>
                    <a:pt x="121" y="0"/>
                  </a:cubicBezTo>
                  <a:cubicBezTo>
                    <a:pt x="38" y="0"/>
                    <a:pt x="0" y="56"/>
                    <a:pt x="0" y="117"/>
                  </a:cubicBezTo>
                  <a:cubicBezTo>
                    <a:pt x="0" y="154"/>
                    <a:pt x="17" y="180"/>
                    <a:pt x="29" y="194"/>
                  </a:cubicBezTo>
                  <a:cubicBezTo>
                    <a:pt x="56" y="221"/>
                    <a:pt x="74" y="225"/>
                    <a:pt x="134" y="239"/>
                  </a:cubicBezTo>
                  <a:cubicBezTo>
                    <a:pt x="182" y="249"/>
                    <a:pt x="191" y="251"/>
                    <a:pt x="204" y="264"/>
                  </a:cubicBezTo>
                  <a:cubicBezTo>
                    <a:pt x="212" y="272"/>
                    <a:pt x="226" y="287"/>
                    <a:pt x="226" y="313"/>
                  </a:cubicBezTo>
                  <a:cubicBezTo>
                    <a:pt x="226" y="341"/>
                    <a:pt x="212" y="380"/>
                    <a:pt x="154" y="380"/>
                  </a:cubicBezTo>
                  <a:cubicBezTo>
                    <a:pt x="112" y="380"/>
                    <a:pt x="29" y="369"/>
                    <a:pt x="24" y="284"/>
                  </a:cubicBezTo>
                  <a:cubicBezTo>
                    <a:pt x="24" y="274"/>
                    <a:pt x="24" y="270"/>
                    <a:pt x="12" y="270"/>
                  </a:cubicBezTo>
                  <a:cubicBezTo>
                    <a:pt x="0" y="270"/>
                    <a:pt x="0" y="274"/>
                    <a:pt x="0" y="287"/>
                  </a:cubicBezTo>
                  <a:cubicBezTo>
                    <a:pt x="0" y="322"/>
                    <a:pt x="0" y="357"/>
                    <a:pt x="0" y="392"/>
                  </a:cubicBezTo>
                  <a:cubicBezTo>
                    <a:pt x="0" y="403"/>
                    <a:pt x="0" y="408"/>
                    <a:pt x="9" y="408"/>
                  </a:cubicBezTo>
                  <a:cubicBezTo>
                    <a:pt x="14" y="408"/>
                    <a:pt x="15" y="406"/>
                    <a:pt x="20" y="403"/>
                  </a:cubicBezTo>
                  <a:cubicBezTo>
                    <a:pt x="28" y="394"/>
                    <a:pt x="36" y="386"/>
                    <a:pt x="45" y="377"/>
                  </a:cubicBezTo>
                  <a:cubicBezTo>
                    <a:pt x="81" y="405"/>
                    <a:pt x="132" y="408"/>
                    <a:pt x="154" y="408"/>
                  </a:cubicBezTo>
                  <a:cubicBezTo>
                    <a:pt x="244" y="408"/>
                    <a:pt x="279" y="342"/>
                    <a:pt x="279" y="285"/>
                  </a:cubicBezTo>
                  <a:cubicBezTo>
                    <a:pt x="279" y="221"/>
                    <a:pt x="233" y="174"/>
                    <a:pt x="184" y="164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6" name="Freeform 225"/>
            <p:cNvSpPr/>
            <p:nvPr/>
          </p:nvSpPr>
          <p:spPr>
            <a:xfrm>
              <a:off x="2913840" y="12186360"/>
              <a:ext cx="115920" cy="144360"/>
            </a:xfrm>
            <a:custGeom>
              <a:avLst/>
              <a:gdLst>
                <a:gd name="textAreaLeft" fmla="*/ 0 w 115920"/>
                <a:gd name="textAreaRight" fmla="*/ 116280 w 115920"/>
                <a:gd name="textAreaTop" fmla="*/ 0 h 144360"/>
                <a:gd name="textAreaBottom" fmla="*/ 144720 h 144360"/>
              </a:gdLst>
              <a:ahLst/>
              <a:cxnLst/>
              <a:rect l="textAreaLeft" t="textAreaTop" r="textAreaRight" b="textAreaBottom"/>
              <a:pathLst>
                <a:path w="385" h="408">
                  <a:moveTo>
                    <a:pt x="385" y="17"/>
                  </a:moveTo>
                  <a:cubicBezTo>
                    <a:pt x="385" y="5"/>
                    <a:pt x="385" y="0"/>
                    <a:pt x="374" y="0"/>
                  </a:cubicBezTo>
                  <a:cubicBezTo>
                    <a:pt x="370" y="0"/>
                    <a:pt x="370" y="2"/>
                    <a:pt x="365" y="5"/>
                  </a:cubicBezTo>
                  <a:cubicBezTo>
                    <a:pt x="353" y="17"/>
                    <a:pt x="341" y="28"/>
                    <a:pt x="329" y="40"/>
                  </a:cubicBezTo>
                  <a:cubicBezTo>
                    <a:pt x="295" y="12"/>
                    <a:pt x="257" y="0"/>
                    <a:pt x="220" y="0"/>
                  </a:cubicBezTo>
                  <a:cubicBezTo>
                    <a:pt x="84" y="0"/>
                    <a:pt x="0" y="87"/>
                    <a:pt x="0" y="205"/>
                  </a:cubicBezTo>
                  <a:cubicBezTo>
                    <a:pt x="0" y="323"/>
                    <a:pt x="84" y="408"/>
                    <a:pt x="220" y="408"/>
                  </a:cubicBezTo>
                  <a:cubicBezTo>
                    <a:pt x="323" y="408"/>
                    <a:pt x="385" y="338"/>
                    <a:pt x="385" y="270"/>
                  </a:cubicBezTo>
                  <a:cubicBezTo>
                    <a:pt x="385" y="259"/>
                    <a:pt x="380" y="259"/>
                    <a:pt x="371" y="259"/>
                  </a:cubicBezTo>
                  <a:cubicBezTo>
                    <a:pt x="365" y="259"/>
                    <a:pt x="360" y="259"/>
                    <a:pt x="359" y="269"/>
                  </a:cubicBezTo>
                  <a:cubicBezTo>
                    <a:pt x="356" y="346"/>
                    <a:pt x="288" y="380"/>
                    <a:pt x="234" y="380"/>
                  </a:cubicBezTo>
                  <a:cubicBezTo>
                    <a:pt x="190" y="380"/>
                    <a:pt x="145" y="367"/>
                    <a:pt x="117" y="333"/>
                  </a:cubicBezTo>
                  <a:cubicBezTo>
                    <a:pt x="90" y="300"/>
                    <a:pt x="84" y="256"/>
                    <a:pt x="84" y="205"/>
                  </a:cubicBezTo>
                  <a:cubicBezTo>
                    <a:pt x="84" y="172"/>
                    <a:pt x="86" y="110"/>
                    <a:pt x="120" y="72"/>
                  </a:cubicBezTo>
                  <a:cubicBezTo>
                    <a:pt x="156" y="35"/>
                    <a:pt x="203" y="28"/>
                    <a:pt x="232" y="28"/>
                  </a:cubicBezTo>
                  <a:cubicBezTo>
                    <a:pt x="292" y="28"/>
                    <a:pt x="343" y="71"/>
                    <a:pt x="356" y="144"/>
                  </a:cubicBezTo>
                  <a:cubicBezTo>
                    <a:pt x="357" y="156"/>
                    <a:pt x="357" y="156"/>
                    <a:pt x="370" y="156"/>
                  </a:cubicBezTo>
                  <a:cubicBezTo>
                    <a:pt x="384" y="156"/>
                    <a:pt x="385" y="156"/>
                    <a:pt x="385" y="141"/>
                  </a:cubicBezTo>
                  <a:cubicBezTo>
                    <a:pt x="385" y="100"/>
                    <a:pt x="385" y="58"/>
                    <a:pt x="385" y="1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7" name="Freeform 226"/>
            <p:cNvSpPr/>
            <p:nvPr/>
          </p:nvSpPr>
          <p:spPr>
            <a:xfrm>
              <a:off x="3049560" y="12145680"/>
              <a:ext cx="101880" cy="9792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97920"/>
                <a:gd name="textAreaBottom" fmla="*/ 98280 h 97920"/>
              </a:gdLst>
              <a:ahLst/>
              <a:cxnLst/>
              <a:rect l="textAreaLeft" t="textAreaTop" r="textAreaRight" b="textAreaBottom"/>
              <a:pathLst>
                <a:path w="340" h="277">
                  <a:moveTo>
                    <a:pt x="298" y="23"/>
                  </a:moveTo>
                  <a:cubicBezTo>
                    <a:pt x="312" y="23"/>
                    <a:pt x="326" y="23"/>
                    <a:pt x="340" y="23"/>
                  </a:cubicBezTo>
                  <a:cubicBezTo>
                    <a:pt x="340" y="16"/>
                    <a:pt x="340" y="8"/>
                    <a:pt x="340" y="0"/>
                  </a:cubicBezTo>
                  <a:cubicBezTo>
                    <a:pt x="331" y="2"/>
                    <a:pt x="276" y="2"/>
                    <a:pt x="270" y="2"/>
                  </a:cubicBezTo>
                  <a:cubicBezTo>
                    <a:pt x="262" y="2"/>
                    <a:pt x="207" y="2"/>
                    <a:pt x="200" y="0"/>
                  </a:cubicBezTo>
                  <a:cubicBezTo>
                    <a:pt x="200" y="8"/>
                    <a:pt x="200" y="16"/>
                    <a:pt x="200" y="23"/>
                  </a:cubicBezTo>
                  <a:cubicBezTo>
                    <a:pt x="213" y="23"/>
                    <a:pt x="227" y="23"/>
                    <a:pt x="240" y="23"/>
                  </a:cubicBezTo>
                  <a:cubicBezTo>
                    <a:pt x="240" y="56"/>
                    <a:pt x="240" y="89"/>
                    <a:pt x="240" y="122"/>
                  </a:cubicBezTo>
                  <a:cubicBezTo>
                    <a:pt x="193" y="122"/>
                    <a:pt x="145" y="122"/>
                    <a:pt x="98" y="122"/>
                  </a:cubicBezTo>
                  <a:cubicBezTo>
                    <a:pt x="98" y="89"/>
                    <a:pt x="98" y="56"/>
                    <a:pt x="98" y="23"/>
                  </a:cubicBezTo>
                  <a:cubicBezTo>
                    <a:pt x="112" y="23"/>
                    <a:pt x="125" y="23"/>
                    <a:pt x="139" y="23"/>
                  </a:cubicBezTo>
                  <a:cubicBezTo>
                    <a:pt x="139" y="16"/>
                    <a:pt x="139" y="8"/>
                    <a:pt x="139" y="0"/>
                  </a:cubicBezTo>
                  <a:cubicBezTo>
                    <a:pt x="131" y="2"/>
                    <a:pt x="75" y="2"/>
                    <a:pt x="70" y="2"/>
                  </a:cubicBezTo>
                  <a:cubicBezTo>
                    <a:pt x="61" y="2"/>
                    <a:pt x="8" y="2"/>
                    <a:pt x="0" y="0"/>
                  </a:cubicBezTo>
                  <a:cubicBezTo>
                    <a:pt x="0" y="8"/>
                    <a:pt x="0" y="16"/>
                    <a:pt x="0" y="23"/>
                  </a:cubicBezTo>
                  <a:cubicBezTo>
                    <a:pt x="13" y="23"/>
                    <a:pt x="27" y="23"/>
                    <a:pt x="40" y="23"/>
                  </a:cubicBezTo>
                  <a:cubicBezTo>
                    <a:pt x="40" y="100"/>
                    <a:pt x="40" y="177"/>
                    <a:pt x="40" y="254"/>
                  </a:cubicBezTo>
                  <a:cubicBezTo>
                    <a:pt x="27" y="254"/>
                    <a:pt x="13" y="254"/>
                    <a:pt x="0" y="254"/>
                  </a:cubicBezTo>
                  <a:cubicBezTo>
                    <a:pt x="0" y="262"/>
                    <a:pt x="0" y="269"/>
                    <a:pt x="0" y="277"/>
                  </a:cubicBezTo>
                  <a:cubicBezTo>
                    <a:pt x="8" y="277"/>
                    <a:pt x="62" y="275"/>
                    <a:pt x="68" y="275"/>
                  </a:cubicBezTo>
                  <a:cubicBezTo>
                    <a:pt x="78" y="275"/>
                    <a:pt x="131" y="277"/>
                    <a:pt x="139" y="277"/>
                  </a:cubicBezTo>
                  <a:cubicBezTo>
                    <a:pt x="139" y="269"/>
                    <a:pt x="139" y="262"/>
                    <a:pt x="139" y="254"/>
                  </a:cubicBezTo>
                  <a:cubicBezTo>
                    <a:pt x="125" y="254"/>
                    <a:pt x="112" y="254"/>
                    <a:pt x="98" y="254"/>
                  </a:cubicBezTo>
                  <a:cubicBezTo>
                    <a:pt x="98" y="218"/>
                    <a:pt x="98" y="181"/>
                    <a:pt x="98" y="144"/>
                  </a:cubicBezTo>
                  <a:cubicBezTo>
                    <a:pt x="145" y="144"/>
                    <a:pt x="193" y="144"/>
                    <a:pt x="240" y="144"/>
                  </a:cubicBezTo>
                  <a:cubicBezTo>
                    <a:pt x="240" y="181"/>
                    <a:pt x="240" y="218"/>
                    <a:pt x="240" y="254"/>
                  </a:cubicBezTo>
                  <a:cubicBezTo>
                    <a:pt x="227" y="254"/>
                    <a:pt x="213" y="254"/>
                    <a:pt x="200" y="254"/>
                  </a:cubicBezTo>
                  <a:cubicBezTo>
                    <a:pt x="200" y="262"/>
                    <a:pt x="200" y="269"/>
                    <a:pt x="200" y="277"/>
                  </a:cubicBezTo>
                  <a:cubicBezTo>
                    <a:pt x="209" y="277"/>
                    <a:pt x="263" y="275"/>
                    <a:pt x="270" y="275"/>
                  </a:cubicBezTo>
                  <a:cubicBezTo>
                    <a:pt x="277" y="275"/>
                    <a:pt x="331" y="277"/>
                    <a:pt x="340" y="277"/>
                  </a:cubicBezTo>
                  <a:cubicBezTo>
                    <a:pt x="340" y="269"/>
                    <a:pt x="340" y="262"/>
                    <a:pt x="340" y="254"/>
                  </a:cubicBezTo>
                  <a:cubicBezTo>
                    <a:pt x="326" y="254"/>
                    <a:pt x="312" y="254"/>
                    <a:pt x="298" y="254"/>
                  </a:cubicBezTo>
                  <a:cubicBezTo>
                    <a:pt x="298" y="177"/>
                    <a:pt x="298" y="100"/>
                    <a:pt x="298" y="2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8" name="Freeform 227"/>
            <p:cNvSpPr/>
            <p:nvPr/>
          </p:nvSpPr>
          <p:spPr>
            <a:xfrm>
              <a:off x="3166560" y="12147840"/>
              <a:ext cx="79920" cy="95760"/>
            </a:xfrm>
            <a:custGeom>
              <a:avLst/>
              <a:gdLst>
                <a:gd name="textAreaLeft" fmla="*/ 0 w 79920"/>
                <a:gd name="textAreaRight" fmla="*/ 80280 w 7992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266" h="273">
                  <a:moveTo>
                    <a:pt x="252" y="0"/>
                  </a:moveTo>
                  <a:cubicBezTo>
                    <a:pt x="168" y="0"/>
                    <a:pt x="84" y="0"/>
                    <a:pt x="0" y="0"/>
                  </a:cubicBezTo>
                  <a:cubicBezTo>
                    <a:pt x="0" y="7"/>
                    <a:pt x="0" y="15"/>
                    <a:pt x="0" y="23"/>
                  </a:cubicBezTo>
                  <a:cubicBezTo>
                    <a:pt x="13" y="23"/>
                    <a:pt x="27" y="23"/>
                    <a:pt x="40" y="23"/>
                  </a:cubicBezTo>
                  <a:cubicBezTo>
                    <a:pt x="40" y="98"/>
                    <a:pt x="40" y="174"/>
                    <a:pt x="40" y="250"/>
                  </a:cubicBezTo>
                  <a:cubicBezTo>
                    <a:pt x="27" y="250"/>
                    <a:pt x="13" y="250"/>
                    <a:pt x="0" y="250"/>
                  </a:cubicBezTo>
                  <a:cubicBezTo>
                    <a:pt x="0" y="258"/>
                    <a:pt x="0" y="265"/>
                    <a:pt x="0" y="273"/>
                  </a:cubicBezTo>
                  <a:cubicBezTo>
                    <a:pt x="9" y="273"/>
                    <a:pt x="68" y="271"/>
                    <a:pt x="71" y="271"/>
                  </a:cubicBezTo>
                  <a:cubicBezTo>
                    <a:pt x="85" y="271"/>
                    <a:pt x="99" y="271"/>
                    <a:pt x="113" y="271"/>
                  </a:cubicBezTo>
                  <a:cubicBezTo>
                    <a:pt x="123" y="273"/>
                    <a:pt x="140" y="273"/>
                    <a:pt x="149" y="273"/>
                  </a:cubicBezTo>
                  <a:cubicBezTo>
                    <a:pt x="149" y="265"/>
                    <a:pt x="149" y="258"/>
                    <a:pt x="149" y="250"/>
                  </a:cubicBezTo>
                  <a:cubicBezTo>
                    <a:pt x="132" y="250"/>
                    <a:pt x="115" y="250"/>
                    <a:pt x="98" y="250"/>
                  </a:cubicBezTo>
                  <a:cubicBezTo>
                    <a:pt x="98" y="216"/>
                    <a:pt x="98" y="181"/>
                    <a:pt x="98" y="147"/>
                  </a:cubicBezTo>
                  <a:cubicBezTo>
                    <a:pt x="106" y="147"/>
                    <a:pt x="114" y="147"/>
                    <a:pt x="123" y="147"/>
                  </a:cubicBezTo>
                  <a:cubicBezTo>
                    <a:pt x="156" y="147"/>
                    <a:pt x="165" y="158"/>
                    <a:pt x="165" y="191"/>
                  </a:cubicBezTo>
                  <a:cubicBezTo>
                    <a:pt x="173" y="191"/>
                    <a:pt x="182" y="191"/>
                    <a:pt x="190" y="191"/>
                  </a:cubicBezTo>
                  <a:cubicBezTo>
                    <a:pt x="190" y="154"/>
                    <a:pt x="190" y="117"/>
                    <a:pt x="190" y="80"/>
                  </a:cubicBezTo>
                  <a:cubicBezTo>
                    <a:pt x="182" y="80"/>
                    <a:pt x="173" y="80"/>
                    <a:pt x="165" y="80"/>
                  </a:cubicBezTo>
                  <a:cubicBezTo>
                    <a:pt x="165" y="113"/>
                    <a:pt x="157" y="126"/>
                    <a:pt x="123" y="126"/>
                  </a:cubicBezTo>
                  <a:cubicBezTo>
                    <a:pt x="114" y="126"/>
                    <a:pt x="106" y="126"/>
                    <a:pt x="98" y="126"/>
                  </a:cubicBezTo>
                  <a:cubicBezTo>
                    <a:pt x="98" y="91"/>
                    <a:pt x="98" y="57"/>
                    <a:pt x="98" y="23"/>
                  </a:cubicBezTo>
                  <a:cubicBezTo>
                    <a:pt x="119" y="23"/>
                    <a:pt x="140" y="23"/>
                    <a:pt x="162" y="23"/>
                  </a:cubicBezTo>
                  <a:cubicBezTo>
                    <a:pt x="216" y="23"/>
                    <a:pt x="235" y="41"/>
                    <a:pt x="241" y="96"/>
                  </a:cubicBezTo>
                  <a:cubicBezTo>
                    <a:pt x="250" y="96"/>
                    <a:pt x="258" y="96"/>
                    <a:pt x="266" y="96"/>
                  </a:cubicBezTo>
                  <a:cubicBezTo>
                    <a:pt x="262" y="64"/>
                    <a:pt x="257" y="32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9" name="Freeform 228"/>
            <p:cNvSpPr/>
            <p:nvPr/>
          </p:nvSpPr>
          <p:spPr>
            <a:xfrm>
              <a:off x="3265200" y="12110760"/>
              <a:ext cx="32760" cy="9252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114" h="265">
                  <a:moveTo>
                    <a:pt x="61" y="83"/>
                  </a:moveTo>
                  <a:cubicBezTo>
                    <a:pt x="66" y="83"/>
                    <a:pt x="69" y="83"/>
                    <a:pt x="80" y="86"/>
                  </a:cubicBezTo>
                  <a:cubicBezTo>
                    <a:pt x="86" y="88"/>
                    <a:pt x="96" y="91"/>
                    <a:pt x="102" y="91"/>
                  </a:cubicBezTo>
                  <a:cubicBezTo>
                    <a:pt x="114" y="91"/>
                    <a:pt x="114" y="81"/>
                    <a:pt x="114" y="78"/>
                  </a:cubicBezTo>
                  <a:cubicBezTo>
                    <a:pt x="114" y="76"/>
                    <a:pt x="114" y="67"/>
                    <a:pt x="102" y="67"/>
                  </a:cubicBezTo>
                  <a:cubicBezTo>
                    <a:pt x="96" y="67"/>
                    <a:pt x="86" y="68"/>
                    <a:pt x="80" y="70"/>
                  </a:cubicBezTo>
                  <a:cubicBezTo>
                    <a:pt x="69" y="73"/>
                    <a:pt x="66" y="73"/>
                    <a:pt x="61" y="75"/>
                  </a:cubicBezTo>
                  <a:cubicBezTo>
                    <a:pt x="61" y="65"/>
                    <a:pt x="63" y="57"/>
                    <a:pt x="64" y="49"/>
                  </a:cubicBezTo>
                  <a:cubicBezTo>
                    <a:pt x="66" y="41"/>
                    <a:pt x="69" y="24"/>
                    <a:pt x="69" y="14"/>
                  </a:cubicBezTo>
                  <a:cubicBezTo>
                    <a:pt x="69" y="0"/>
                    <a:pt x="60" y="0"/>
                    <a:pt x="58" y="0"/>
                  </a:cubicBezTo>
                  <a:cubicBezTo>
                    <a:pt x="57" y="0"/>
                    <a:pt x="46" y="0"/>
                    <a:pt x="46" y="14"/>
                  </a:cubicBezTo>
                  <a:cubicBezTo>
                    <a:pt x="46" y="24"/>
                    <a:pt x="49" y="39"/>
                    <a:pt x="50" y="49"/>
                  </a:cubicBezTo>
                  <a:cubicBezTo>
                    <a:pt x="51" y="57"/>
                    <a:pt x="53" y="65"/>
                    <a:pt x="53" y="75"/>
                  </a:cubicBezTo>
                  <a:cubicBezTo>
                    <a:pt x="49" y="73"/>
                    <a:pt x="46" y="73"/>
                    <a:pt x="36" y="70"/>
                  </a:cubicBezTo>
                  <a:cubicBezTo>
                    <a:pt x="30" y="70"/>
                    <a:pt x="21" y="67"/>
                    <a:pt x="13" y="67"/>
                  </a:cubicBezTo>
                  <a:cubicBezTo>
                    <a:pt x="0" y="67"/>
                    <a:pt x="0" y="76"/>
                    <a:pt x="0" y="78"/>
                  </a:cubicBezTo>
                  <a:cubicBezTo>
                    <a:pt x="0" y="81"/>
                    <a:pt x="0" y="91"/>
                    <a:pt x="13" y="91"/>
                  </a:cubicBezTo>
                  <a:cubicBezTo>
                    <a:pt x="19" y="91"/>
                    <a:pt x="29" y="88"/>
                    <a:pt x="36" y="86"/>
                  </a:cubicBezTo>
                  <a:cubicBezTo>
                    <a:pt x="46" y="83"/>
                    <a:pt x="49" y="83"/>
                    <a:pt x="53" y="83"/>
                  </a:cubicBezTo>
                  <a:cubicBezTo>
                    <a:pt x="53" y="88"/>
                    <a:pt x="53" y="91"/>
                    <a:pt x="50" y="103"/>
                  </a:cubicBezTo>
                  <a:cubicBezTo>
                    <a:pt x="46" y="122"/>
                    <a:pt x="46" y="126"/>
                    <a:pt x="46" y="140"/>
                  </a:cubicBezTo>
                  <a:cubicBezTo>
                    <a:pt x="46" y="198"/>
                    <a:pt x="52" y="255"/>
                    <a:pt x="52" y="260"/>
                  </a:cubicBezTo>
                  <a:cubicBezTo>
                    <a:pt x="52" y="263"/>
                    <a:pt x="53" y="265"/>
                    <a:pt x="58" y="265"/>
                  </a:cubicBezTo>
                  <a:cubicBezTo>
                    <a:pt x="60" y="265"/>
                    <a:pt x="63" y="265"/>
                    <a:pt x="63" y="261"/>
                  </a:cubicBezTo>
                  <a:cubicBezTo>
                    <a:pt x="64" y="253"/>
                    <a:pt x="69" y="193"/>
                    <a:pt x="69" y="140"/>
                  </a:cubicBezTo>
                  <a:cubicBezTo>
                    <a:pt x="69" y="126"/>
                    <a:pt x="69" y="122"/>
                    <a:pt x="66" y="108"/>
                  </a:cubicBezTo>
                  <a:cubicBezTo>
                    <a:pt x="63" y="91"/>
                    <a:pt x="63" y="90"/>
                    <a:pt x="61" y="8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0" name="Freeform 229"/>
            <p:cNvSpPr/>
            <p:nvPr/>
          </p:nvSpPr>
          <p:spPr>
            <a:xfrm>
              <a:off x="3378960" y="12274920"/>
              <a:ext cx="100080" cy="6120"/>
            </a:xfrm>
            <a:custGeom>
              <a:avLst/>
              <a:gdLst>
                <a:gd name="textAreaLeft" fmla="*/ 0 w 100080"/>
                <a:gd name="textAreaRight" fmla="*/ 100440 w 100080"/>
                <a:gd name="textAreaTop" fmla="*/ 0 h 6120"/>
                <a:gd name="textAreaBottom" fmla="*/ 6480 h 6120"/>
              </a:gdLst>
              <a:ahLst/>
              <a:cxnLst/>
              <a:rect l="textAreaLeft" t="textAreaTop" r="textAreaRight" b="textAreaBottom"/>
              <a:pathLst>
                <a:path w="333" h="23">
                  <a:moveTo>
                    <a:pt x="315" y="23"/>
                  </a:moveTo>
                  <a:cubicBezTo>
                    <a:pt x="324" y="23"/>
                    <a:pt x="333" y="23"/>
                    <a:pt x="333" y="11"/>
                  </a:cubicBezTo>
                  <a:cubicBezTo>
                    <a:pt x="333" y="0"/>
                    <a:pt x="324" y="0"/>
                    <a:pt x="315" y="0"/>
                  </a:cubicBezTo>
                  <a:cubicBezTo>
                    <a:pt x="216" y="0"/>
                    <a:pt x="117" y="0"/>
                    <a:pt x="18" y="0"/>
                  </a:cubicBezTo>
                  <a:cubicBezTo>
                    <a:pt x="9" y="0"/>
                    <a:pt x="0" y="0"/>
                    <a:pt x="0" y="11"/>
                  </a:cubicBezTo>
                  <a:cubicBezTo>
                    <a:pt x="0" y="23"/>
                    <a:pt x="9" y="23"/>
                    <a:pt x="18" y="23"/>
                  </a:cubicBezTo>
                  <a:cubicBezTo>
                    <a:pt x="117" y="23"/>
                    <a:pt x="216" y="23"/>
                    <a:pt x="315" y="2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8520" rIns="90000" bIns="-3852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1" name="Freeform 230"/>
            <p:cNvSpPr/>
            <p:nvPr/>
          </p:nvSpPr>
          <p:spPr>
            <a:xfrm>
              <a:off x="3546720" y="12196080"/>
              <a:ext cx="66240" cy="132120"/>
            </a:xfrm>
            <a:custGeom>
              <a:avLst/>
              <a:gdLst>
                <a:gd name="textAreaLeft" fmla="*/ 0 w 66240"/>
                <a:gd name="textAreaRight" fmla="*/ 66600 w 66240"/>
                <a:gd name="textAreaTop" fmla="*/ 0 h 132120"/>
                <a:gd name="textAreaBottom" fmla="*/ 132480 h 132120"/>
              </a:gdLst>
              <a:ahLst/>
              <a:cxnLst/>
              <a:rect l="textAreaLeft" t="textAreaTop" r="textAreaRight" b="textAreaBottom"/>
              <a:pathLst>
                <a:path w="223" h="376">
                  <a:moveTo>
                    <a:pt x="146" y="18"/>
                  </a:moveTo>
                  <a:cubicBezTo>
                    <a:pt x="146" y="5"/>
                    <a:pt x="146" y="0"/>
                    <a:pt x="132" y="0"/>
                  </a:cubicBezTo>
                  <a:cubicBezTo>
                    <a:pt x="126" y="0"/>
                    <a:pt x="126" y="0"/>
                    <a:pt x="120" y="3"/>
                  </a:cubicBezTo>
                  <a:cubicBezTo>
                    <a:pt x="78" y="36"/>
                    <a:pt x="22" y="36"/>
                    <a:pt x="11" y="36"/>
                  </a:cubicBezTo>
                  <a:cubicBezTo>
                    <a:pt x="7" y="36"/>
                    <a:pt x="3" y="36"/>
                    <a:pt x="0" y="36"/>
                  </a:cubicBezTo>
                  <a:cubicBezTo>
                    <a:pt x="0" y="45"/>
                    <a:pt x="0" y="54"/>
                    <a:pt x="0" y="64"/>
                  </a:cubicBezTo>
                  <a:cubicBezTo>
                    <a:pt x="3" y="64"/>
                    <a:pt x="7" y="64"/>
                    <a:pt x="11" y="64"/>
                  </a:cubicBezTo>
                  <a:cubicBezTo>
                    <a:pt x="18" y="64"/>
                    <a:pt x="50" y="64"/>
                    <a:pt x="81" y="52"/>
                  </a:cubicBezTo>
                  <a:cubicBezTo>
                    <a:pt x="81" y="152"/>
                    <a:pt x="81" y="251"/>
                    <a:pt x="81" y="350"/>
                  </a:cubicBezTo>
                  <a:cubicBezTo>
                    <a:pt x="56" y="350"/>
                    <a:pt x="31" y="350"/>
                    <a:pt x="6" y="350"/>
                  </a:cubicBezTo>
                  <a:cubicBezTo>
                    <a:pt x="6" y="359"/>
                    <a:pt x="6" y="368"/>
                    <a:pt x="6" y="376"/>
                  </a:cubicBezTo>
                  <a:cubicBezTo>
                    <a:pt x="29" y="375"/>
                    <a:pt x="86" y="375"/>
                    <a:pt x="114" y="375"/>
                  </a:cubicBezTo>
                  <a:cubicBezTo>
                    <a:pt x="141" y="375"/>
                    <a:pt x="199" y="375"/>
                    <a:pt x="223" y="376"/>
                  </a:cubicBezTo>
                  <a:cubicBezTo>
                    <a:pt x="223" y="368"/>
                    <a:pt x="223" y="359"/>
                    <a:pt x="223" y="350"/>
                  </a:cubicBezTo>
                  <a:cubicBezTo>
                    <a:pt x="197" y="350"/>
                    <a:pt x="172" y="350"/>
                    <a:pt x="146" y="350"/>
                  </a:cubicBezTo>
                  <a:cubicBezTo>
                    <a:pt x="146" y="239"/>
                    <a:pt x="146" y="129"/>
                    <a:pt x="146" y="1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2" name="Freeform 231"/>
            <p:cNvSpPr/>
            <p:nvPr/>
          </p:nvSpPr>
          <p:spPr>
            <a:xfrm>
              <a:off x="3638160" y="12176280"/>
              <a:ext cx="36360" cy="20376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203760"/>
                <a:gd name="textAreaBottom" fmla="*/ 204120 h 203760"/>
              </a:gdLst>
              <a:ahLst/>
              <a:cxnLst/>
              <a:rect l="textAreaLeft" t="textAreaTop" r="textAreaRight" b="textAreaBottom"/>
              <a:pathLst>
                <a:path w="126" h="574">
                  <a:moveTo>
                    <a:pt x="126" y="286"/>
                  </a:moveTo>
                  <a:cubicBezTo>
                    <a:pt x="126" y="242"/>
                    <a:pt x="122" y="172"/>
                    <a:pt x="91" y="108"/>
                  </a:cubicBezTo>
                  <a:cubicBezTo>
                    <a:pt x="58" y="36"/>
                    <a:pt x="11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6"/>
                    <a:pt x="0" y="8"/>
                    <a:pt x="11" y="18"/>
                  </a:cubicBezTo>
                  <a:cubicBezTo>
                    <a:pt x="64" y="75"/>
                    <a:pt x="95" y="167"/>
                    <a:pt x="95" y="286"/>
                  </a:cubicBezTo>
                  <a:cubicBezTo>
                    <a:pt x="95" y="385"/>
                    <a:pt x="75" y="486"/>
                    <a:pt x="6" y="558"/>
                  </a:cubicBezTo>
                  <a:cubicBezTo>
                    <a:pt x="0" y="566"/>
                    <a:pt x="0" y="566"/>
                    <a:pt x="0" y="568"/>
                  </a:cubicBezTo>
                  <a:cubicBezTo>
                    <a:pt x="0" y="571"/>
                    <a:pt x="2" y="574"/>
                    <a:pt x="5" y="574"/>
                  </a:cubicBezTo>
                  <a:cubicBezTo>
                    <a:pt x="11" y="574"/>
                    <a:pt x="61" y="535"/>
                    <a:pt x="92" y="462"/>
                  </a:cubicBezTo>
                  <a:cubicBezTo>
                    <a:pt x="120" y="399"/>
                    <a:pt x="126" y="335"/>
                    <a:pt x="126" y="28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3" name="Freeform 232"/>
            <p:cNvSpPr/>
            <p:nvPr/>
          </p:nvSpPr>
          <p:spPr>
            <a:xfrm>
              <a:off x="3697200" y="12176280"/>
              <a:ext cx="20880" cy="20376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203760"/>
                <a:gd name="textAreaBottom" fmla="*/ 204120 h 203760"/>
              </a:gdLst>
              <a:ahLst/>
              <a:cxnLst/>
              <a:rect l="textAreaLeft" t="textAreaTop" r="textAreaRight" b="textAreaBottom"/>
              <a:pathLst>
                <a:path w="74" h="574">
                  <a:moveTo>
                    <a:pt x="74" y="0"/>
                  </a:moveTo>
                  <a:cubicBezTo>
                    <a:pt x="49" y="0"/>
                    <a:pt x="25" y="0"/>
                    <a:pt x="0" y="0"/>
                  </a:cubicBezTo>
                  <a:cubicBezTo>
                    <a:pt x="0" y="8"/>
                    <a:pt x="0" y="15"/>
                    <a:pt x="0" y="23"/>
                  </a:cubicBezTo>
                  <a:cubicBezTo>
                    <a:pt x="17" y="23"/>
                    <a:pt x="35" y="23"/>
                    <a:pt x="53" y="23"/>
                  </a:cubicBezTo>
                  <a:cubicBezTo>
                    <a:pt x="53" y="199"/>
                    <a:pt x="53" y="375"/>
                    <a:pt x="53" y="552"/>
                  </a:cubicBezTo>
                  <a:cubicBezTo>
                    <a:pt x="35" y="552"/>
                    <a:pt x="17" y="552"/>
                    <a:pt x="0" y="552"/>
                  </a:cubicBezTo>
                  <a:cubicBezTo>
                    <a:pt x="0" y="559"/>
                    <a:pt x="0" y="567"/>
                    <a:pt x="0" y="574"/>
                  </a:cubicBezTo>
                  <a:cubicBezTo>
                    <a:pt x="25" y="574"/>
                    <a:pt x="49" y="574"/>
                    <a:pt x="74" y="574"/>
                  </a:cubicBezTo>
                  <a:cubicBezTo>
                    <a:pt x="74" y="383"/>
                    <a:pt x="74" y="191"/>
                    <a:pt x="74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4" name="Freeform 233"/>
            <p:cNvSpPr/>
            <p:nvPr/>
          </p:nvSpPr>
          <p:spPr>
            <a:xfrm>
              <a:off x="5307480" y="12176280"/>
              <a:ext cx="36360" cy="20376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203760"/>
                <a:gd name="textAreaBottom" fmla="*/ 204120 h 203760"/>
              </a:gdLst>
              <a:ahLst/>
              <a:cxnLst/>
              <a:rect l="textAreaLeft" t="textAreaTop" r="textAreaRight" b="textAreaBottom"/>
              <a:pathLst>
                <a:path w="126" h="574">
                  <a:moveTo>
                    <a:pt x="126" y="568"/>
                  </a:moveTo>
                  <a:cubicBezTo>
                    <a:pt x="126" y="566"/>
                    <a:pt x="126" y="566"/>
                    <a:pt x="117" y="556"/>
                  </a:cubicBezTo>
                  <a:cubicBezTo>
                    <a:pt x="48" y="483"/>
                    <a:pt x="31" y="375"/>
                    <a:pt x="31" y="286"/>
                  </a:cubicBezTo>
                  <a:cubicBezTo>
                    <a:pt x="31" y="187"/>
                    <a:pt x="53" y="87"/>
                    <a:pt x="120" y="15"/>
                  </a:cubicBezTo>
                  <a:cubicBezTo>
                    <a:pt x="126" y="8"/>
                    <a:pt x="126" y="6"/>
                    <a:pt x="126" y="5"/>
                  </a:cubicBezTo>
                  <a:cubicBezTo>
                    <a:pt x="126" y="2"/>
                    <a:pt x="125" y="0"/>
                    <a:pt x="122" y="0"/>
                  </a:cubicBezTo>
                  <a:cubicBezTo>
                    <a:pt x="115" y="0"/>
                    <a:pt x="67" y="39"/>
                    <a:pt x="34" y="111"/>
                  </a:cubicBezTo>
                  <a:cubicBezTo>
                    <a:pt x="6" y="175"/>
                    <a:pt x="0" y="239"/>
                    <a:pt x="0" y="286"/>
                  </a:cubicBezTo>
                  <a:cubicBezTo>
                    <a:pt x="0" y="332"/>
                    <a:pt x="6" y="401"/>
                    <a:pt x="36" y="466"/>
                  </a:cubicBezTo>
                  <a:cubicBezTo>
                    <a:pt x="68" y="537"/>
                    <a:pt x="115" y="574"/>
                    <a:pt x="122" y="574"/>
                  </a:cubicBezTo>
                  <a:cubicBezTo>
                    <a:pt x="125" y="574"/>
                    <a:pt x="126" y="573"/>
                    <a:pt x="126" y="56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5" name="Freeform 234"/>
            <p:cNvSpPr/>
            <p:nvPr/>
          </p:nvSpPr>
          <p:spPr>
            <a:xfrm>
              <a:off x="5370840" y="12193200"/>
              <a:ext cx="53640" cy="135000"/>
            </a:xfrm>
            <a:custGeom>
              <a:avLst/>
              <a:gdLst>
                <a:gd name="textAreaLeft" fmla="*/ 0 w 53640"/>
                <a:gd name="textAreaRight" fmla="*/ 54000 w 53640"/>
                <a:gd name="textAreaTop" fmla="*/ 0 h 135000"/>
                <a:gd name="textAreaBottom" fmla="*/ 135360 h 135000"/>
              </a:gdLst>
              <a:ahLst/>
              <a:cxnLst/>
              <a:rect l="textAreaLeft" t="textAreaTop" r="textAreaRight" b="textAreaBottom"/>
              <a:pathLst>
                <a:path w="181" h="383">
                  <a:moveTo>
                    <a:pt x="113" y="15"/>
                  </a:moveTo>
                  <a:cubicBezTo>
                    <a:pt x="113" y="2"/>
                    <a:pt x="113" y="0"/>
                    <a:pt x="100" y="0"/>
                  </a:cubicBezTo>
                  <a:cubicBezTo>
                    <a:pt x="66" y="38"/>
                    <a:pt x="17" y="38"/>
                    <a:pt x="0" y="38"/>
                  </a:cubicBezTo>
                  <a:cubicBezTo>
                    <a:pt x="0" y="43"/>
                    <a:pt x="0" y="49"/>
                    <a:pt x="0" y="54"/>
                  </a:cubicBezTo>
                  <a:cubicBezTo>
                    <a:pt x="11" y="54"/>
                    <a:pt x="44" y="54"/>
                    <a:pt x="72" y="40"/>
                  </a:cubicBezTo>
                  <a:cubicBezTo>
                    <a:pt x="72" y="139"/>
                    <a:pt x="72" y="238"/>
                    <a:pt x="72" y="338"/>
                  </a:cubicBezTo>
                  <a:cubicBezTo>
                    <a:pt x="72" y="359"/>
                    <a:pt x="70" y="365"/>
                    <a:pt x="21" y="365"/>
                  </a:cubicBezTo>
                  <a:cubicBezTo>
                    <a:pt x="15" y="365"/>
                    <a:pt x="9" y="365"/>
                    <a:pt x="3" y="365"/>
                  </a:cubicBezTo>
                  <a:cubicBezTo>
                    <a:pt x="3" y="371"/>
                    <a:pt x="3" y="377"/>
                    <a:pt x="3" y="383"/>
                  </a:cubicBezTo>
                  <a:cubicBezTo>
                    <a:pt x="22" y="382"/>
                    <a:pt x="70" y="382"/>
                    <a:pt x="92" y="382"/>
                  </a:cubicBezTo>
                  <a:cubicBezTo>
                    <a:pt x="114" y="382"/>
                    <a:pt x="163" y="382"/>
                    <a:pt x="181" y="383"/>
                  </a:cubicBezTo>
                  <a:cubicBezTo>
                    <a:pt x="181" y="377"/>
                    <a:pt x="181" y="371"/>
                    <a:pt x="181" y="365"/>
                  </a:cubicBezTo>
                  <a:cubicBezTo>
                    <a:pt x="176" y="365"/>
                    <a:pt x="170" y="365"/>
                    <a:pt x="164" y="365"/>
                  </a:cubicBezTo>
                  <a:cubicBezTo>
                    <a:pt x="114" y="365"/>
                    <a:pt x="113" y="359"/>
                    <a:pt x="113" y="338"/>
                  </a:cubicBezTo>
                  <a:cubicBezTo>
                    <a:pt x="113" y="230"/>
                    <a:pt x="113" y="123"/>
                    <a:pt x="113" y="15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6" name="Freeform 235"/>
            <p:cNvSpPr/>
            <p:nvPr/>
          </p:nvSpPr>
          <p:spPr>
            <a:xfrm>
              <a:off x="5448960" y="12176280"/>
              <a:ext cx="37440" cy="20376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203760"/>
                <a:gd name="textAreaBottom" fmla="*/ 204120 h 203760"/>
              </a:gdLst>
              <a:ahLst/>
              <a:cxnLst/>
              <a:rect l="textAreaLeft" t="textAreaTop" r="textAreaRight" b="textAreaBottom"/>
              <a:pathLst>
                <a:path w="128" h="574">
                  <a:moveTo>
                    <a:pt x="128" y="286"/>
                  </a:moveTo>
                  <a:cubicBezTo>
                    <a:pt x="128" y="242"/>
                    <a:pt x="122" y="172"/>
                    <a:pt x="92" y="108"/>
                  </a:cubicBezTo>
                  <a:cubicBezTo>
                    <a:pt x="59" y="36"/>
                    <a:pt x="11" y="0"/>
                    <a:pt x="6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6"/>
                    <a:pt x="0" y="8"/>
                    <a:pt x="11" y="18"/>
                  </a:cubicBezTo>
                  <a:cubicBezTo>
                    <a:pt x="66" y="75"/>
                    <a:pt x="97" y="167"/>
                    <a:pt x="97" y="286"/>
                  </a:cubicBezTo>
                  <a:cubicBezTo>
                    <a:pt x="97" y="385"/>
                    <a:pt x="77" y="486"/>
                    <a:pt x="8" y="558"/>
                  </a:cubicBezTo>
                  <a:cubicBezTo>
                    <a:pt x="0" y="566"/>
                    <a:pt x="0" y="566"/>
                    <a:pt x="0" y="568"/>
                  </a:cubicBezTo>
                  <a:cubicBezTo>
                    <a:pt x="0" y="571"/>
                    <a:pt x="3" y="574"/>
                    <a:pt x="6" y="574"/>
                  </a:cubicBezTo>
                  <a:cubicBezTo>
                    <a:pt x="11" y="574"/>
                    <a:pt x="61" y="535"/>
                    <a:pt x="94" y="462"/>
                  </a:cubicBezTo>
                  <a:cubicBezTo>
                    <a:pt x="122" y="399"/>
                    <a:pt x="128" y="335"/>
                    <a:pt x="128" y="286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37" name="Rectangle 236"/>
          <p:cNvSpPr/>
          <p:nvPr/>
        </p:nvSpPr>
        <p:spPr>
          <a:xfrm>
            <a:off x="146160" y="9686520"/>
            <a:ext cx="7770960" cy="60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8" name="Rectangle 237"/>
          <p:cNvSpPr/>
          <p:nvPr/>
        </p:nvSpPr>
        <p:spPr>
          <a:xfrm>
            <a:off x="230400" y="10287000"/>
            <a:ext cx="7542000" cy="111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600" b="0" strike="noStrike" spc="-1" dirty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240" name="Group 239"/>
          <p:cNvGrpSpPr/>
          <p:nvPr/>
        </p:nvGrpSpPr>
        <p:grpSpPr>
          <a:xfrm>
            <a:off x="1747260" y="13640406"/>
            <a:ext cx="3315240" cy="685800"/>
            <a:chOff x="1028160" y="13487400"/>
            <a:chExt cx="3315240" cy="685800"/>
          </a:xfrm>
        </p:grpSpPr>
        <p:sp>
          <p:nvSpPr>
            <p:cNvPr id="241" name="Freeform 240"/>
            <p:cNvSpPr/>
            <p:nvPr/>
          </p:nvSpPr>
          <p:spPr>
            <a:xfrm>
              <a:off x="1028160" y="13501440"/>
              <a:ext cx="3300840" cy="657720"/>
            </a:xfrm>
            <a:custGeom>
              <a:avLst/>
              <a:gdLst>
                <a:gd name="textAreaLeft" fmla="*/ 0 w 3300840"/>
                <a:gd name="textAreaRight" fmla="*/ 3301200 w 3300840"/>
                <a:gd name="textAreaTop" fmla="*/ 0 h 657720"/>
                <a:gd name="textAreaBottom" fmla="*/ 658080 h 657720"/>
              </a:gdLst>
              <a:ahLst/>
              <a:cxnLst/>
              <a:rect l="textAreaLeft" t="textAreaTop" r="textAreaRight" b="textAreaBottom"/>
              <a:pathLst>
                <a:path w="11525" h="2322">
                  <a:moveTo>
                    <a:pt x="5764" y="2322"/>
                  </a:moveTo>
                  <a:cubicBezTo>
                    <a:pt x="3842" y="2322"/>
                    <a:pt x="1921" y="2322"/>
                    <a:pt x="0" y="2322"/>
                  </a:cubicBezTo>
                  <a:cubicBezTo>
                    <a:pt x="0" y="1548"/>
                    <a:pt x="0" y="774"/>
                    <a:pt x="0" y="0"/>
                  </a:cubicBezTo>
                  <a:cubicBezTo>
                    <a:pt x="3842" y="0"/>
                    <a:pt x="7683" y="0"/>
                    <a:pt x="11525" y="0"/>
                  </a:cubicBezTo>
                  <a:cubicBezTo>
                    <a:pt x="11525" y="774"/>
                    <a:pt x="11525" y="1548"/>
                    <a:pt x="11525" y="2322"/>
                  </a:cubicBezTo>
                  <a:cubicBezTo>
                    <a:pt x="9604" y="2322"/>
                    <a:pt x="7684" y="2322"/>
                    <a:pt x="5764" y="232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" name="Freeform 241"/>
            <p:cNvSpPr/>
            <p:nvPr/>
          </p:nvSpPr>
          <p:spPr>
            <a:xfrm>
              <a:off x="1028880" y="13490640"/>
              <a:ext cx="138960" cy="251280"/>
            </a:xfrm>
            <a:custGeom>
              <a:avLst/>
              <a:gdLst>
                <a:gd name="textAreaLeft" fmla="*/ 0 w 138960"/>
                <a:gd name="textAreaRight" fmla="*/ 139320 w 138960"/>
                <a:gd name="textAreaTop" fmla="*/ 0 h 251280"/>
                <a:gd name="textAreaBottom" fmla="*/ 251640 h 251280"/>
              </a:gdLst>
              <a:ahLst/>
              <a:cxnLst/>
              <a:rect l="textAreaLeft" t="textAreaTop" r="textAreaRight" b="textAreaBottom"/>
              <a:pathLst>
                <a:path w="490" h="892">
                  <a:moveTo>
                    <a:pt x="308" y="299"/>
                  </a:moveTo>
                  <a:cubicBezTo>
                    <a:pt x="336" y="299"/>
                    <a:pt x="364" y="299"/>
                    <a:pt x="392" y="299"/>
                  </a:cubicBezTo>
                  <a:cubicBezTo>
                    <a:pt x="411" y="299"/>
                    <a:pt x="422" y="299"/>
                    <a:pt x="422" y="280"/>
                  </a:cubicBezTo>
                  <a:cubicBezTo>
                    <a:pt x="422" y="269"/>
                    <a:pt x="411" y="269"/>
                    <a:pt x="394" y="269"/>
                  </a:cubicBezTo>
                  <a:cubicBezTo>
                    <a:pt x="367" y="269"/>
                    <a:pt x="340" y="269"/>
                    <a:pt x="313" y="269"/>
                  </a:cubicBezTo>
                  <a:cubicBezTo>
                    <a:pt x="321" y="231"/>
                    <a:pt x="328" y="194"/>
                    <a:pt x="336" y="157"/>
                  </a:cubicBezTo>
                  <a:cubicBezTo>
                    <a:pt x="338" y="137"/>
                    <a:pt x="352" y="67"/>
                    <a:pt x="358" y="56"/>
                  </a:cubicBezTo>
                  <a:cubicBezTo>
                    <a:pt x="366" y="37"/>
                    <a:pt x="383" y="23"/>
                    <a:pt x="406" y="23"/>
                  </a:cubicBezTo>
                  <a:cubicBezTo>
                    <a:pt x="408" y="23"/>
                    <a:pt x="434" y="23"/>
                    <a:pt x="453" y="39"/>
                  </a:cubicBezTo>
                  <a:cubicBezTo>
                    <a:pt x="408" y="45"/>
                    <a:pt x="400" y="78"/>
                    <a:pt x="400" y="92"/>
                  </a:cubicBezTo>
                  <a:cubicBezTo>
                    <a:pt x="400" y="115"/>
                    <a:pt x="417" y="126"/>
                    <a:pt x="436" y="126"/>
                  </a:cubicBezTo>
                  <a:cubicBezTo>
                    <a:pt x="462" y="126"/>
                    <a:pt x="490" y="106"/>
                    <a:pt x="490" y="67"/>
                  </a:cubicBezTo>
                  <a:cubicBezTo>
                    <a:pt x="490" y="23"/>
                    <a:pt x="445" y="0"/>
                    <a:pt x="406" y="0"/>
                  </a:cubicBezTo>
                  <a:cubicBezTo>
                    <a:pt x="372" y="0"/>
                    <a:pt x="310" y="17"/>
                    <a:pt x="280" y="115"/>
                  </a:cubicBezTo>
                  <a:cubicBezTo>
                    <a:pt x="274" y="137"/>
                    <a:pt x="271" y="146"/>
                    <a:pt x="246" y="269"/>
                  </a:cubicBezTo>
                  <a:cubicBezTo>
                    <a:pt x="224" y="269"/>
                    <a:pt x="201" y="269"/>
                    <a:pt x="179" y="269"/>
                  </a:cubicBezTo>
                  <a:cubicBezTo>
                    <a:pt x="159" y="269"/>
                    <a:pt x="151" y="269"/>
                    <a:pt x="151" y="288"/>
                  </a:cubicBezTo>
                  <a:cubicBezTo>
                    <a:pt x="151" y="299"/>
                    <a:pt x="159" y="299"/>
                    <a:pt x="176" y="299"/>
                  </a:cubicBezTo>
                  <a:cubicBezTo>
                    <a:pt x="199" y="299"/>
                    <a:pt x="221" y="299"/>
                    <a:pt x="243" y="299"/>
                  </a:cubicBezTo>
                  <a:cubicBezTo>
                    <a:pt x="218" y="429"/>
                    <a:pt x="193" y="559"/>
                    <a:pt x="168" y="688"/>
                  </a:cubicBezTo>
                  <a:cubicBezTo>
                    <a:pt x="151" y="783"/>
                    <a:pt x="134" y="873"/>
                    <a:pt x="84" y="873"/>
                  </a:cubicBezTo>
                  <a:cubicBezTo>
                    <a:pt x="78" y="873"/>
                    <a:pt x="56" y="873"/>
                    <a:pt x="36" y="853"/>
                  </a:cubicBezTo>
                  <a:cubicBezTo>
                    <a:pt x="81" y="850"/>
                    <a:pt x="89" y="817"/>
                    <a:pt x="89" y="800"/>
                  </a:cubicBezTo>
                  <a:cubicBezTo>
                    <a:pt x="89" y="778"/>
                    <a:pt x="73" y="766"/>
                    <a:pt x="53" y="766"/>
                  </a:cubicBezTo>
                  <a:cubicBezTo>
                    <a:pt x="28" y="766"/>
                    <a:pt x="0" y="789"/>
                    <a:pt x="0" y="825"/>
                  </a:cubicBezTo>
                  <a:cubicBezTo>
                    <a:pt x="0" y="870"/>
                    <a:pt x="42" y="892"/>
                    <a:pt x="84" y="892"/>
                  </a:cubicBezTo>
                  <a:cubicBezTo>
                    <a:pt x="137" y="892"/>
                    <a:pt x="176" y="836"/>
                    <a:pt x="193" y="797"/>
                  </a:cubicBezTo>
                  <a:cubicBezTo>
                    <a:pt x="227" y="736"/>
                    <a:pt x="249" y="618"/>
                    <a:pt x="249" y="610"/>
                  </a:cubicBezTo>
                  <a:cubicBezTo>
                    <a:pt x="269" y="506"/>
                    <a:pt x="288" y="403"/>
                    <a:pt x="308" y="29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3" name="Freeform 242"/>
            <p:cNvSpPr/>
            <p:nvPr/>
          </p:nvSpPr>
          <p:spPr>
            <a:xfrm>
              <a:off x="1173600" y="13599360"/>
              <a:ext cx="69840" cy="12744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127440"/>
                <a:gd name="textAreaBottom" fmla="*/ 127800 h 127440"/>
              </a:gdLst>
              <a:ahLst/>
              <a:cxnLst/>
              <a:rect l="textAreaLeft" t="textAreaTop" r="textAreaRight" b="textAreaBottom"/>
              <a:pathLst>
                <a:path w="252" h="456">
                  <a:moveTo>
                    <a:pt x="156" y="20"/>
                  </a:moveTo>
                  <a:cubicBezTo>
                    <a:pt x="156" y="0"/>
                    <a:pt x="154" y="0"/>
                    <a:pt x="134" y="0"/>
                  </a:cubicBezTo>
                  <a:cubicBezTo>
                    <a:pt x="92" y="45"/>
                    <a:pt x="28" y="45"/>
                    <a:pt x="0" y="45"/>
                  </a:cubicBezTo>
                  <a:cubicBezTo>
                    <a:pt x="0" y="53"/>
                    <a:pt x="0" y="62"/>
                    <a:pt x="0" y="70"/>
                  </a:cubicBezTo>
                  <a:cubicBezTo>
                    <a:pt x="16" y="70"/>
                    <a:pt x="61" y="70"/>
                    <a:pt x="100" y="51"/>
                  </a:cubicBezTo>
                  <a:cubicBezTo>
                    <a:pt x="100" y="167"/>
                    <a:pt x="100" y="284"/>
                    <a:pt x="100" y="400"/>
                  </a:cubicBezTo>
                  <a:cubicBezTo>
                    <a:pt x="100" y="423"/>
                    <a:pt x="100" y="431"/>
                    <a:pt x="30" y="431"/>
                  </a:cubicBezTo>
                  <a:cubicBezTo>
                    <a:pt x="22" y="431"/>
                    <a:pt x="14" y="431"/>
                    <a:pt x="5" y="431"/>
                  </a:cubicBezTo>
                  <a:cubicBezTo>
                    <a:pt x="5" y="439"/>
                    <a:pt x="5" y="448"/>
                    <a:pt x="5" y="456"/>
                  </a:cubicBezTo>
                  <a:cubicBezTo>
                    <a:pt x="16" y="456"/>
                    <a:pt x="100" y="453"/>
                    <a:pt x="128" y="453"/>
                  </a:cubicBezTo>
                  <a:cubicBezTo>
                    <a:pt x="148" y="453"/>
                    <a:pt x="235" y="456"/>
                    <a:pt x="252" y="456"/>
                  </a:cubicBezTo>
                  <a:cubicBezTo>
                    <a:pt x="252" y="448"/>
                    <a:pt x="252" y="439"/>
                    <a:pt x="252" y="431"/>
                  </a:cubicBezTo>
                  <a:cubicBezTo>
                    <a:pt x="242" y="431"/>
                    <a:pt x="233" y="431"/>
                    <a:pt x="224" y="431"/>
                  </a:cubicBezTo>
                  <a:cubicBezTo>
                    <a:pt x="156" y="431"/>
                    <a:pt x="156" y="423"/>
                    <a:pt x="156" y="400"/>
                  </a:cubicBezTo>
                  <a:cubicBezTo>
                    <a:pt x="156" y="273"/>
                    <a:pt x="156" y="147"/>
                    <a:pt x="156" y="2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4" name="Freeform 243"/>
            <p:cNvSpPr/>
            <p:nvPr/>
          </p:nvSpPr>
          <p:spPr>
            <a:xfrm>
              <a:off x="1372320" y="13585320"/>
              <a:ext cx="186120" cy="62640"/>
            </a:xfrm>
            <a:custGeom>
              <a:avLst/>
              <a:gdLst>
                <a:gd name="textAreaLeft" fmla="*/ 0 w 186120"/>
                <a:gd name="textAreaRight" fmla="*/ 186480 w 186120"/>
                <a:gd name="textAreaTop" fmla="*/ 0 h 62640"/>
                <a:gd name="textAreaBottom" fmla="*/ 63000 h 62640"/>
              </a:gdLst>
              <a:ahLst/>
              <a:cxnLst/>
              <a:rect l="textAreaLeft" t="textAreaTop" r="textAreaRight" b="textAreaBottom"/>
              <a:pathLst>
                <a:path w="655" h="229">
                  <a:moveTo>
                    <a:pt x="621" y="39"/>
                  </a:moveTo>
                  <a:cubicBezTo>
                    <a:pt x="635" y="39"/>
                    <a:pt x="655" y="39"/>
                    <a:pt x="655" y="20"/>
                  </a:cubicBezTo>
                  <a:cubicBezTo>
                    <a:pt x="655" y="0"/>
                    <a:pt x="635" y="0"/>
                    <a:pt x="621" y="0"/>
                  </a:cubicBezTo>
                  <a:cubicBezTo>
                    <a:pt x="425" y="0"/>
                    <a:pt x="229" y="0"/>
                    <a:pt x="33" y="0"/>
                  </a:cubicBezTo>
                  <a:cubicBezTo>
                    <a:pt x="19" y="0"/>
                    <a:pt x="0" y="0"/>
                    <a:pt x="0" y="20"/>
                  </a:cubicBezTo>
                  <a:cubicBezTo>
                    <a:pt x="0" y="39"/>
                    <a:pt x="19" y="39"/>
                    <a:pt x="33" y="39"/>
                  </a:cubicBezTo>
                  <a:cubicBezTo>
                    <a:pt x="229" y="39"/>
                    <a:pt x="425" y="39"/>
                    <a:pt x="621" y="39"/>
                  </a:cubicBezTo>
                  <a:moveTo>
                    <a:pt x="621" y="229"/>
                  </a:moveTo>
                  <a:cubicBezTo>
                    <a:pt x="635" y="229"/>
                    <a:pt x="655" y="229"/>
                    <a:pt x="655" y="210"/>
                  </a:cubicBezTo>
                  <a:cubicBezTo>
                    <a:pt x="655" y="190"/>
                    <a:pt x="635" y="190"/>
                    <a:pt x="621" y="190"/>
                  </a:cubicBezTo>
                  <a:cubicBezTo>
                    <a:pt x="425" y="190"/>
                    <a:pt x="229" y="190"/>
                    <a:pt x="33" y="190"/>
                  </a:cubicBezTo>
                  <a:cubicBezTo>
                    <a:pt x="19" y="190"/>
                    <a:pt x="0" y="190"/>
                    <a:pt x="0" y="210"/>
                  </a:cubicBezTo>
                  <a:cubicBezTo>
                    <a:pt x="0" y="229"/>
                    <a:pt x="19" y="229"/>
                    <a:pt x="33" y="229"/>
                  </a:cubicBezTo>
                  <a:cubicBezTo>
                    <a:pt x="229" y="229"/>
                    <a:pt x="425" y="229"/>
                    <a:pt x="621" y="22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5" name="Freeform 244"/>
            <p:cNvSpPr/>
            <p:nvPr/>
          </p:nvSpPr>
          <p:spPr>
            <a:xfrm>
              <a:off x="1664640" y="13487400"/>
              <a:ext cx="191520" cy="197640"/>
            </a:xfrm>
            <a:custGeom>
              <a:avLst/>
              <a:gdLst>
                <a:gd name="textAreaLeft" fmla="*/ 0 w 191520"/>
                <a:gd name="textAreaRight" fmla="*/ 191880 w 19152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674" h="705">
                  <a:moveTo>
                    <a:pt x="140" y="590"/>
                  </a:moveTo>
                  <a:cubicBezTo>
                    <a:pt x="101" y="657"/>
                    <a:pt x="64" y="671"/>
                    <a:pt x="19" y="674"/>
                  </a:cubicBezTo>
                  <a:cubicBezTo>
                    <a:pt x="8" y="674"/>
                    <a:pt x="0" y="674"/>
                    <a:pt x="0" y="694"/>
                  </a:cubicBezTo>
                  <a:cubicBezTo>
                    <a:pt x="0" y="699"/>
                    <a:pt x="5" y="705"/>
                    <a:pt x="11" y="705"/>
                  </a:cubicBezTo>
                  <a:cubicBezTo>
                    <a:pt x="39" y="705"/>
                    <a:pt x="70" y="699"/>
                    <a:pt x="98" y="699"/>
                  </a:cubicBezTo>
                  <a:cubicBezTo>
                    <a:pt x="129" y="699"/>
                    <a:pt x="162" y="705"/>
                    <a:pt x="196" y="705"/>
                  </a:cubicBezTo>
                  <a:cubicBezTo>
                    <a:pt x="201" y="705"/>
                    <a:pt x="213" y="705"/>
                    <a:pt x="213" y="685"/>
                  </a:cubicBezTo>
                  <a:cubicBezTo>
                    <a:pt x="213" y="674"/>
                    <a:pt x="204" y="674"/>
                    <a:pt x="199" y="674"/>
                  </a:cubicBezTo>
                  <a:cubicBezTo>
                    <a:pt x="176" y="671"/>
                    <a:pt x="151" y="663"/>
                    <a:pt x="151" y="638"/>
                  </a:cubicBezTo>
                  <a:cubicBezTo>
                    <a:pt x="151" y="626"/>
                    <a:pt x="157" y="615"/>
                    <a:pt x="165" y="601"/>
                  </a:cubicBezTo>
                  <a:cubicBezTo>
                    <a:pt x="190" y="559"/>
                    <a:pt x="215" y="517"/>
                    <a:pt x="241" y="475"/>
                  </a:cubicBezTo>
                  <a:cubicBezTo>
                    <a:pt x="323" y="475"/>
                    <a:pt x="405" y="475"/>
                    <a:pt x="487" y="475"/>
                  </a:cubicBezTo>
                  <a:cubicBezTo>
                    <a:pt x="490" y="498"/>
                    <a:pt x="504" y="632"/>
                    <a:pt x="504" y="640"/>
                  </a:cubicBezTo>
                  <a:cubicBezTo>
                    <a:pt x="504" y="671"/>
                    <a:pt x="450" y="674"/>
                    <a:pt x="431" y="674"/>
                  </a:cubicBezTo>
                  <a:cubicBezTo>
                    <a:pt x="417" y="674"/>
                    <a:pt x="409" y="674"/>
                    <a:pt x="409" y="694"/>
                  </a:cubicBezTo>
                  <a:cubicBezTo>
                    <a:pt x="409" y="705"/>
                    <a:pt x="420" y="705"/>
                    <a:pt x="423" y="705"/>
                  </a:cubicBezTo>
                  <a:cubicBezTo>
                    <a:pt x="462" y="705"/>
                    <a:pt x="504" y="699"/>
                    <a:pt x="546" y="699"/>
                  </a:cubicBezTo>
                  <a:cubicBezTo>
                    <a:pt x="571" y="699"/>
                    <a:pt x="632" y="705"/>
                    <a:pt x="658" y="705"/>
                  </a:cubicBezTo>
                  <a:cubicBezTo>
                    <a:pt x="663" y="705"/>
                    <a:pt x="674" y="705"/>
                    <a:pt x="674" y="685"/>
                  </a:cubicBezTo>
                  <a:cubicBezTo>
                    <a:pt x="674" y="674"/>
                    <a:pt x="663" y="674"/>
                    <a:pt x="652" y="674"/>
                  </a:cubicBezTo>
                  <a:cubicBezTo>
                    <a:pt x="590" y="674"/>
                    <a:pt x="590" y="666"/>
                    <a:pt x="588" y="638"/>
                  </a:cubicBezTo>
                  <a:cubicBezTo>
                    <a:pt x="567" y="433"/>
                    <a:pt x="547" y="229"/>
                    <a:pt x="526" y="25"/>
                  </a:cubicBezTo>
                  <a:cubicBezTo>
                    <a:pt x="526" y="6"/>
                    <a:pt x="526" y="0"/>
                    <a:pt x="509" y="0"/>
                  </a:cubicBezTo>
                  <a:cubicBezTo>
                    <a:pt x="492" y="0"/>
                    <a:pt x="490" y="8"/>
                    <a:pt x="484" y="17"/>
                  </a:cubicBezTo>
                  <a:cubicBezTo>
                    <a:pt x="369" y="208"/>
                    <a:pt x="255" y="399"/>
                    <a:pt x="140" y="590"/>
                  </a:cubicBezTo>
                  <a:moveTo>
                    <a:pt x="260" y="447"/>
                  </a:moveTo>
                  <a:cubicBezTo>
                    <a:pt x="325" y="339"/>
                    <a:pt x="389" y="231"/>
                    <a:pt x="453" y="123"/>
                  </a:cubicBezTo>
                  <a:cubicBezTo>
                    <a:pt x="464" y="231"/>
                    <a:pt x="474" y="339"/>
                    <a:pt x="484" y="447"/>
                  </a:cubicBezTo>
                  <a:cubicBezTo>
                    <a:pt x="409" y="447"/>
                    <a:pt x="335" y="447"/>
                    <a:pt x="260" y="44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6" name="Freeform 245"/>
            <p:cNvSpPr/>
            <p:nvPr/>
          </p:nvSpPr>
          <p:spPr>
            <a:xfrm>
              <a:off x="1869480" y="13563720"/>
              <a:ext cx="128160" cy="178200"/>
            </a:xfrm>
            <a:custGeom>
              <a:avLst/>
              <a:gdLst>
                <a:gd name="textAreaLeft" fmla="*/ 0 w 128160"/>
                <a:gd name="textAreaRight" fmla="*/ 128520 w 128160"/>
                <a:gd name="textAreaTop" fmla="*/ 0 h 178200"/>
                <a:gd name="textAreaBottom" fmla="*/ 178560 h 178200"/>
              </a:gdLst>
              <a:ahLst/>
              <a:cxnLst/>
              <a:rect l="textAreaLeft" t="textAreaTop" r="textAreaRight" b="textAreaBottom"/>
              <a:pathLst>
                <a:path w="454" h="635">
                  <a:moveTo>
                    <a:pt x="451" y="65"/>
                  </a:moveTo>
                  <a:cubicBezTo>
                    <a:pt x="451" y="59"/>
                    <a:pt x="454" y="54"/>
                    <a:pt x="454" y="48"/>
                  </a:cubicBezTo>
                  <a:cubicBezTo>
                    <a:pt x="454" y="31"/>
                    <a:pt x="440" y="20"/>
                    <a:pt x="423" y="20"/>
                  </a:cubicBezTo>
                  <a:cubicBezTo>
                    <a:pt x="415" y="20"/>
                    <a:pt x="387" y="28"/>
                    <a:pt x="384" y="65"/>
                  </a:cubicBezTo>
                  <a:cubicBezTo>
                    <a:pt x="367" y="28"/>
                    <a:pt x="331" y="0"/>
                    <a:pt x="292" y="0"/>
                  </a:cubicBezTo>
                  <a:cubicBezTo>
                    <a:pt x="180" y="0"/>
                    <a:pt x="59" y="140"/>
                    <a:pt x="59" y="280"/>
                  </a:cubicBezTo>
                  <a:cubicBezTo>
                    <a:pt x="59" y="378"/>
                    <a:pt x="118" y="437"/>
                    <a:pt x="188" y="437"/>
                  </a:cubicBezTo>
                  <a:cubicBezTo>
                    <a:pt x="247" y="437"/>
                    <a:pt x="294" y="389"/>
                    <a:pt x="303" y="378"/>
                  </a:cubicBezTo>
                  <a:cubicBezTo>
                    <a:pt x="304" y="379"/>
                    <a:pt x="305" y="380"/>
                    <a:pt x="306" y="381"/>
                  </a:cubicBezTo>
                  <a:cubicBezTo>
                    <a:pt x="283" y="468"/>
                    <a:pt x="272" y="507"/>
                    <a:pt x="272" y="509"/>
                  </a:cubicBezTo>
                  <a:cubicBezTo>
                    <a:pt x="269" y="518"/>
                    <a:pt x="236" y="616"/>
                    <a:pt x="129" y="616"/>
                  </a:cubicBezTo>
                  <a:cubicBezTo>
                    <a:pt x="112" y="616"/>
                    <a:pt x="79" y="613"/>
                    <a:pt x="51" y="605"/>
                  </a:cubicBezTo>
                  <a:cubicBezTo>
                    <a:pt x="82" y="596"/>
                    <a:pt x="93" y="571"/>
                    <a:pt x="93" y="554"/>
                  </a:cubicBezTo>
                  <a:cubicBezTo>
                    <a:pt x="93" y="537"/>
                    <a:pt x="82" y="521"/>
                    <a:pt x="54" y="521"/>
                  </a:cubicBezTo>
                  <a:cubicBezTo>
                    <a:pt x="34" y="521"/>
                    <a:pt x="0" y="537"/>
                    <a:pt x="0" y="577"/>
                  </a:cubicBezTo>
                  <a:cubicBezTo>
                    <a:pt x="0" y="616"/>
                    <a:pt x="37" y="635"/>
                    <a:pt x="132" y="635"/>
                  </a:cubicBezTo>
                  <a:cubicBezTo>
                    <a:pt x="255" y="635"/>
                    <a:pt x="325" y="560"/>
                    <a:pt x="342" y="501"/>
                  </a:cubicBezTo>
                  <a:cubicBezTo>
                    <a:pt x="378" y="356"/>
                    <a:pt x="415" y="210"/>
                    <a:pt x="451" y="65"/>
                  </a:cubicBezTo>
                  <a:moveTo>
                    <a:pt x="322" y="311"/>
                  </a:moveTo>
                  <a:cubicBezTo>
                    <a:pt x="317" y="336"/>
                    <a:pt x="294" y="361"/>
                    <a:pt x="272" y="378"/>
                  </a:cubicBezTo>
                  <a:cubicBezTo>
                    <a:pt x="252" y="395"/>
                    <a:pt x="222" y="414"/>
                    <a:pt x="191" y="414"/>
                  </a:cubicBezTo>
                  <a:cubicBezTo>
                    <a:pt x="143" y="414"/>
                    <a:pt x="129" y="364"/>
                    <a:pt x="129" y="325"/>
                  </a:cubicBezTo>
                  <a:cubicBezTo>
                    <a:pt x="129" y="277"/>
                    <a:pt x="157" y="160"/>
                    <a:pt x="182" y="110"/>
                  </a:cubicBezTo>
                  <a:cubicBezTo>
                    <a:pt x="210" y="62"/>
                    <a:pt x="252" y="23"/>
                    <a:pt x="294" y="23"/>
                  </a:cubicBezTo>
                  <a:cubicBezTo>
                    <a:pt x="359" y="23"/>
                    <a:pt x="373" y="103"/>
                    <a:pt x="373" y="107"/>
                  </a:cubicBezTo>
                  <a:cubicBezTo>
                    <a:pt x="373" y="111"/>
                    <a:pt x="370" y="118"/>
                    <a:pt x="370" y="124"/>
                  </a:cubicBezTo>
                  <a:cubicBezTo>
                    <a:pt x="354" y="186"/>
                    <a:pt x="338" y="248"/>
                    <a:pt x="322" y="31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7" name="Freeform 246"/>
            <p:cNvSpPr/>
            <p:nvPr/>
          </p:nvSpPr>
          <p:spPr>
            <a:xfrm>
              <a:off x="1028880" y="13909320"/>
              <a:ext cx="138960" cy="250920"/>
            </a:xfrm>
            <a:custGeom>
              <a:avLst/>
              <a:gdLst>
                <a:gd name="textAreaLeft" fmla="*/ 0 w 138960"/>
                <a:gd name="textAreaRight" fmla="*/ 139320 w 138960"/>
                <a:gd name="textAreaTop" fmla="*/ 0 h 250920"/>
                <a:gd name="textAreaBottom" fmla="*/ 251280 h 250920"/>
              </a:gdLst>
              <a:ahLst/>
              <a:cxnLst/>
              <a:rect l="textAreaLeft" t="textAreaTop" r="textAreaRight" b="textAreaBottom"/>
              <a:pathLst>
                <a:path w="490" h="892">
                  <a:moveTo>
                    <a:pt x="308" y="299"/>
                  </a:moveTo>
                  <a:cubicBezTo>
                    <a:pt x="336" y="299"/>
                    <a:pt x="364" y="299"/>
                    <a:pt x="392" y="299"/>
                  </a:cubicBezTo>
                  <a:cubicBezTo>
                    <a:pt x="411" y="299"/>
                    <a:pt x="422" y="299"/>
                    <a:pt x="422" y="280"/>
                  </a:cubicBezTo>
                  <a:cubicBezTo>
                    <a:pt x="422" y="269"/>
                    <a:pt x="411" y="269"/>
                    <a:pt x="394" y="269"/>
                  </a:cubicBezTo>
                  <a:cubicBezTo>
                    <a:pt x="367" y="269"/>
                    <a:pt x="340" y="269"/>
                    <a:pt x="313" y="269"/>
                  </a:cubicBezTo>
                  <a:cubicBezTo>
                    <a:pt x="321" y="231"/>
                    <a:pt x="328" y="194"/>
                    <a:pt x="336" y="157"/>
                  </a:cubicBezTo>
                  <a:cubicBezTo>
                    <a:pt x="338" y="134"/>
                    <a:pt x="352" y="64"/>
                    <a:pt x="358" y="53"/>
                  </a:cubicBezTo>
                  <a:cubicBezTo>
                    <a:pt x="366" y="36"/>
                    <a:pt x="383" y="20"/>
                    <a:pt x="406" y="20"/>
                  </a:cubicBezTo>
                  <a:cubicBezTo>
                    <a:pt x="408" y="20"/>
                    <a:pt x="434" y="20"/>
                    <a:pt x="453" y="39"/>
                  </a:cubicBezTo>
                  <a:cubicBezTo>
                    <a:pt x="408" y="42"/>
                    <a:pt x="400" y="76"/>
                    <a:pt x="400" y="92"/>
                  </a:cubicBezTo>
                  <a:cubicBezTo>
                    <a:pt x="400" y="115"/>
                    <a:pt x="417" y="126"/>
                    <a:pt x="436" y="126"/>
                  </a:cubicBezTo>
                  <a:cubicBezTo>
                    <a:pt x="462" y="126"/>
                    <a:pt x="490" y="104"/>
                    <a:pt x="490" y="67"/>
                  </a:cubicBezTo>
                  <a:cubicBezTo>
                    <a:pt x="490" y="22"/>
                    <a:pt x="445" y="0"/>
                    <a:pt x="406" y="0"/>
                  </a:cubicBezTo>
                  <a:cubicBezTo>
                    <a:pt x="372" y="0"/>
                    <a:pt x="310" y="17"/>
                    <a:pt x="280" y="115"/>
                  </a:cubicBezTo>
                  <a:cubicBezTo>
                    <a:pt x="274" y="134"/>
                    <a:pt x="271" y="146"/>
                    <a:pt x="246" y="269"/>
                  </a:cubicBezTo>
                  <a:cubicBezTo>
                    <a:pt x="224" y="269"/>
                    <a:pt x="201" y="269"/>
                    <a:pt x="179" y="269"/>
                  </a:cubicBezTo>
                  <a:cubicBezTo>
                    <a:pt x="159" y="269"/>
                    <a:pt x="151" y="269"/>
                    <a:pt x="151" y="285"/>
                  </a:cubicBezTo>
                  <a:cubicBezTo>
                    <a:pt x="151" y="299"/>
                    <a:pt x="159" y="299"/>
                    <a:pt x="176" y="299"/>
                  </a:cubicBezTo>
                  <a:cubicBezTo>
                    <a:pt x="199" y="299"/>
                    <a:pt x="221" y="299"/>
                    <a:pt x="243" y="299"/>
                  </a:cubicBezTo>
                  <a:cubicBezTo>
                    <a:pt x="218" y="428"/>
                    <a:pt x="193" y="557"/>
                    <a:pt x="168" y="685"/>
                  </a:cubicBezTo>
                  <a:cubicBezTo>
                    <a:pt x="151" y="780"/>
                    <a:pt x="134" y="870"/>
                    <a:pt x="84" y="870"/>
                  </a:cubicBezTo>
                  <a:cubicBezTo>
                    <a:pt x="78" y="870"/>
                    <a:pt x="56" y="870"/>
                    <a:pt x="36" y="853"/>
                  </a:cubicBezTo>
                  <a:cubicBezTo>
                    <a:pt x="81" y="850"/>
                    <a:pt x="89" y="814"/>
                    <a:pt x="89" y="800"/>
                  </a:cubicBezTo>
                  <a:cubicBezTo>
                    <a:pt x="89" y="778"/>
                    <a:pt x="73" y="766"/>
                    <a:pt x="53" y="766"/>
                  </a:cubicBezTo>
                  <a:cubicBezTo>
                    <a:pt x="28" y="766"/>
                    <a:pt x="0" y="786"/>
                    <a:pt x="0" y="825"/>
                  </a:cubicBezTo>
                  <a:cubicBezTo>
                    <a:pt x="0" y="870"/>
                    <a:pt x="42" y="892"/>
                    <a:pt x="84" y="892"/>
                  </a:cubicBezTo>
                  <a:cubicBezTo>
                    <a:pt x="137" y="892"/>
                    <a:pt x="176" y="834"/>
                    <a:pt x="193" y="797"/>
                  </a:cubicBezTo>
                  <a:cubicBezTo>
                    <a:pt x="227" y="736"/>
                    <a:pt x="249" y="615"/>
                    <a:pt x="249" y="610"/>
                  </a:cubicBezTo>
                  <a:cubicBezTo>
                    <a:pt x="269" y="506"/>
                    <a:pt x="288" y="403"/>
                    <a:pt x="308" y="29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8" name="Freeform 247"/>
            <p:cNvSpPr/>
            <p:nvPr/>
          </p:nvSpPr>
          <p:spPr>
            <a:xfrm>
              <a:off x="1164600" y="14018400"/>
              <a:ext cx="84960" cy="127440"/>
            </a:xfrm>
            <a:custGeom>
              <a:avLst/>
              <a:gdLst>
                <a:gd name="textAreaLeft" fmla="*/ 0 w 84960"/>
                <a:gd name="textAreaRight" fmla="*/ 85320 w 84960"/>
                <a:gd name="textAreaTop" fmla="*/ 0 h 127440"/>
                <a:gd name="textAreaBottom" fmla="*/ 127800 h 127440"/>
              </a:gdLst>
              <a:ahLst/>
              <a:cxnLst/>
              <a:rect l="textAreaLeft" t="textAreaTop" r="textAreaRight" b="textAreaBottom"/>
              <a:pathLst>
                <a:path w="305" h="456">
                  <a:moveTo>
                    <a:pt x="305" y="330"/>
                  </a:moveTo>
                  <a:cubicBezTo>
                    <a:pt x="297" y="330"/>
                    <a:pt x="288" y="330"/>
                    <a:pt x="280" y="330"/>
                  </a:cubicBezTo>
                  <a:cubicBezTo>
                    <a:pt x="277" y="344"/>
                    <a:pt x="271" y="386"/>
                    <a:pt x="263" y="392"/>
                  </a:cubicBezTo>
                  <a:cubicBezTo>
                    <a:pt x="257" y="397"/>
                    <a:pt x="204" y="397"/>
                    <a:pt x="193" y="397"/>
                  </a:cubicBezTo>
                  <a:cubicBezTo>
                    <a:pt x="151" y="397"/>
                    <a:pt x="109" y="397"/>
                    <a:pt x="67" y="397"/>
                  </a:cubicBezTo>
                  <a:cubicBezTo>
                    <a:pt x="140" y="333"/>
                    <a:pt x="165" y="314"/>
                    <a:pt x="204" y="283"/>
                  </a:cubicBezTo>
                  <a:cubicBezTo>
                    <a:pt x="257" y="241"/>
                    <a:pt x="305" y="199"/>
                    <a:pt x="305" y="132"/>
                  </a:cubicBezTo>
                  <a:cubicBezTo>
                    <a:pt x="305" y="51"/>
                    <a:pt x="229" y="0"/>
                    <a:pt x="143" y="0"/>
                  </a:cubicBezTo>
                  <a:cubicBezTo>
                    <a:pt x="56" y="0"/>
                    <a:pt x="0" y="59"/>
                    <a:pt x="0" y="123"/>
                  </a:cubicBezTo>
                  <a:cubicBezTo>
                    <a:pt x="0" y="157"/>
                    <a:pt x="28" y="160"/>
                    <a:pt x="36" y="160"/>
                  </a:cubicBezTo>
                  <a:cubicBezTo>
                    <a:pt x="53" y="160"/>
                    <a:pt x="73" y="148"/>
                    <a:pt x="73" y="123"/>
                  </a:cubicBezTo>
                  <a:cubicBezTo>
                    <a:pt x="73" y="112"/>
                    <a:pt x="67" y="87"/>
                    <a:pt x="31" y="87"/>
                  </a:cubicBezTo>
                  <a:cubicBezTo>
                    <a:pt x="53" y="39"/>
                    <a:pt x="101" y="23"/>
                    <a:pt x="131" y="23"/>
                  </a:cubicBezTo>
                  <a:cubicBezTo>
                    <a:pt x="201" y="23"/>
                    <a:pt x="238" y="79"/>
                    <a:pt x="238" y="132"/>
                  </a:cubicBezTo>
                  <a:cubicBezTo>
                    <a:pt x="238" y="193"/>
                    <a:pt x="193" y="241"/>
                    <a:pt x="173" y="266"/>
                  </a:cubicBezTo>
                  <a:cubicBezTo>
                    <a:pt x="117" y="320"/>
                    <a:pt x="61" y="374"/>
                    <a:pt x="5" y="428"/>
                  </a:cubicBezTo>
                  <a:cubicBezTo>
                    <a:pt x="0" y="434"/>
                    <a:pt x="0" y="437"/>
                    <a:pt x="0" y="456"/>
                  </a:cubicBezTo>
                  <a:cubicBezTo>
                    <a:pt x="94" y="456"/>
                    <a:pt x="188" y="456"/>
                    <a:pt x="283" y="456"/>
                  </a:cubicBezTo>
                  <a:cubicBezTo>
                    <a:pt x="290" y="414"/>
                    <a:pt x="298" y="372"/>
                    <a:pt x="305" y="33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9" name="Freeform 248"/>
            <p:cNvSpPr/>
            <p:nvPr/>
          </p:nvSpPr>
          <p:spPr>
            <a:xfrm>
              <a:off x="1372320" y="14003280"/>
              <a:ext cx="186120" cy="62640"/>
            </a:xfrm>
            <a:custGeom>
              <a:avLst/>
              <a:gdLst>
                <a:gd name="textAreaLeft" fmla="*/ 0 w 186120"/>
                <a:gd name="textAreaRight" fmla="*/ 186480 w 186120"/>
                <a:gd name="textAreaTop" fmla="*/ 0 h 62640"/>
                <a:gd name="textAreaBottom" fmla="*/ 63000 h 62640"/>
              </a:gdLst>
              <a:ahLst/>
              <a:cxnLst/>
              <a:rect l="textAreaLeft" t="textAreaTop" r="textAreaRight" b="textAreaBottom"/>
              <a:pathLst>
                <a:path w="655" h="229">
                  <a:moveTo>
                    <a:pt x="621" y="39"/>
                  </a:moveTo>
                  <a:cubicBezTo>
                    <a:pt x="635" y="39"/>
                    <a:pt x="655" y="39"/>
                    <a:pt x="655" y="20"/>
                  </a:cubicBezTo>
                  <a:cubicBezTo>
                    <a:pt x="655" y="0"/>
                    <a:pt x="635" y="0"/>
                    <a:pt x="621" y="0"/>
                  </a:cubicBezTo>
                  <a:cubicBezTo>
                    <a:pt x="425" y="0"/>
                    <a:pt x="229" y="0"/>
                    <a:pt x="33" y="0"/>
                  </a:cubicBezTo>
                  <a:cubicBezTo>
                    <a:pt x="19" y="0"/>
                    <a:pt x="0" y="0"/>
                    <a:pt x="0" y="20"/>
                  </a:cubicBezTo>
                  <a:cubicBezTo>
                    <a:pt x="0" y="39"/>
                    <a:pt x="19" y="39"/>
                    <a:pt x="33" y="39"/>
                  </a:cubicBezTo>
                  <a:cubicBezTo>
                    <a:pt x="229" y="39"/>
                    <a:pt x="425" y="39"/>
                    <a:pt x="621" y="39"/>
                  </a:cubicBezTo>
                  <a:moveTo>
                    <a:pt x="621" y="229"/>
                  </a:moveTo>
                  <a:cubicBezTo>
                    <a:pt x="635" y="229"/>
                    <a:pt x="655" y="229"/>
                    <a:pt x="655" y="210"/>
                  </a:cubicBezTo>
                  <a:cubicBezTo>
                    <a:pt x="655" y="190"/>
                    <a:pt x="635" y="190"/>
                    <a:pt x="621" y="190"/>
                  </a:cubicBezTo>
                  <a:cubicBezTo>
                    <a:pt x="425" y="190"/>
                    <a:pt x="229" y="190"/>
                    <a:pt x="33" y="190"/>
                  </a:cubicBezTo>
                  <a:cubicBezTo>
                    <a:pt x="19" y="190"/>
                    <a:pt x="0" y="190"/>
                    <a:pt x="0" y="210"/>
                  </a:cubicBezTo>
                  <a:cubicBezTo>
                    <a:pt x="0" y="229"/>
                    <a:pt x="19" y="229"/>
                    <a:pt x="33" y="229"/>
                  </a:cubicBezTo>
                  <a:cubicBezTo>
                    <a:pt x="229" y="229"/>
                    <a:pt x="425" y="229"/>
                    <a:pt x="621" y="22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8000" rIns="90000" bIns="18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0" name="Freeform 249"/>
            <p:cNvSpPr/>
            <p:nvPr/>
          </p:nvSpPr>
          <p:spPr>
            <a:xfrm>
              <a:off x="1665720" y="13914720"/>
              <a:ext cx="199440" cy="189000"/>
            </a:xfrm>
            <a:custGeom>
              <a:avLst/>
              <a:gdLst>
                <a:gd name="textAreaLeft" fmla="*/ 0 w 199440"/>
                <a:gd name="textAreaRight" fmla="*/ 199800 w 199440"/>
                <a:gd name="textAreaTop" fmla="*/ 0 h 189000"/>
                <a:gd name="textAreaBottom" fmla="*/ 189360 h 189000"/>
              </a:gdLst>
              <a:ahLst/>
              <a:cxnLst/>
              <a:rect l="textAreaLeft" t="textAreaTop" r="textAreaRight" b="textAreaBottom"/>
              <a:pathLst>
                <a:path w="703" h="671">
                  <a:moveTo>
                    <a:pt x="118" y="595"/>
                  </a:moveTo>
                  <a:cubicBezTo>
                    <a:pt x="107" y="632"/>
                    <a:pt x="104" y="640"/>
                    <a:pt x="28" y="640"/>
                  </a:cubicBezTo>
                  <a:cubicBezTo>
                    <a:pt x="12" y="640"/>
                    <a:pt x="0" y="640"/>
                    <a:pt x="0" y="660"/>
                  </a:cubicBezTo>
                  <a:cubicBezTo>
                    <a:pt x="0" y="671"/>
                    <a:pt x="9" y="671"/>
                    <a:pt x="28" y="671"/>
                  </a:cubicBezTo>
                  <a:cubicBezTo>
                    <a:pt x="145" y="671"/>
                    <a:pt x="262" y="671"/>
                    <a:pt x="378" y="671"/>
                  </a:cubicBezTo>
                  <a:cubicBezTo>
                    <a:pt x="535" y="671"/>
                    <a:pt x="650" y="556"/>
                    <a:pt x="650" y="458"/>
                  </a:cubicBezTo>
                  <a:cubicBezTo>
                    <a:pt x="650" y="388"/>
                    <a:pt x="594" y="332"/>
                    <a:pt x="499" y="321"/>
                  </a:cubicBezTo>
                  <a:cubicBezTo>
                    <a:pt x="599" y="302"/>
                    <a:pt x="703" y="229"/>
                    <a:pt x="703" y="137"/>
                  </a:cubicBezTo>
                  <a:cubicBezTo>
                    <a:pt x="703" y="64"/>
                    <a:pt x="639" y="0"/>
                    <a:pt x="521" y="0"/>
                  </a:cubicBezTo>
                  <a:cubicBezTo>
                    <a:pt x="411" y="0"/>
                    <a:pt x="301" y="0"/>
                    <a:pt x="191" y="0"/>
                  </a:cubicBezTo>
                  <a:cubicBezTo>
                    <a:pt x="171" y="0"/>
                    <a:pt x="163" y="0"/>
                    <a:pt x="163" y="19"/>
                  </a:cubicBezTo>
                  <a:cubicBezTo>
                    <a:pt x="163" y="30"/>
                    <a:pt x="171" y="30"/>
                    <a:pt x="188" y="30"/>
                  </a:cubicBezTo>
                  <a:cubicBezTo>
                    <a:pt x="191" y="30"/>
                    <a:pt x="210" y="30"/>
                    <a:pt x="227" y="33"/>
                  </a:cubicBezTo>
                  <a:cubicBezTo>
                    <a:pt x="244" y="36"/>
                    <a:pt x="252" y="36"/>
                    <a:pt x="252" y="50"/>
                  </a:cubicBezTo>
                  <a:cubicBezTo>
                    <a:pt x="252" y="53"/>
                    <a:pt x="252" y="56"/>
                    <a:pt x="250" y="67"/>
                  </a:cubicBezTo>
                  <a:cubicBezTo>
                    <a:pt x="206" y="243"/>
                    <a:pt x="162" y="419"/>
                    <a:pt x="118" y="595"/>
                  </a:cubicBezTo>
                  <a:moveTo>
                    <a:pt x="266" y="313"/>
                  </a:moveTo>
                  <a:cubicBezTo>
                    <a:pt x="287" y="232"/>
                    <a:pt x="307" y="151"/>
                    <a:pt x="328" y="70"/>
                  </a:cubicBezTo>
                  <a:cubicBezTo>
                    <a:pt x="336" y="33"/>
                    <a:pt x="336" y="30"/>
                    <a:pt x="381" y="30"/>
                  </a:cubicBezTo>
                  <a:cubicBezTo>
                    <a:pt x="423" y="30"/>
                    <a:pt x="465" y="30"/>
                    <a:pt x="507" y="30"/>
                  </a:cubicBezTo>
                  <a:cubicBezTo>
                    <a:pt x="594" y="30"/>
                    <a:pt x="613" y="89"/>
                    <a:pt x="613" y="131"/>
                  </a:cubicBezTo>
                  <a:cubicBezTo>
                    <a:pt x="613" y="218"/>
                    <a:pt x="529" y="313"/>
                    <a:pt x="409" y="313"/>
                  </a:cubicBezTo>
                  <a:cubicBezTo>
                    <a:pt x="362" y="313"/>
                    <a:pt x="314" y="313"/>
                    <a:pt x="266" y="313"/>
                  </a:cubicBezTo>
                  <a:moveTo>
                    <a:pt x="222" y="640"/>
                  </a:moveTo>
                  <a:cubicBezTo>
                    <a:pt x="208" y="640"/>
                    <a:pt x="205" y="640"/>
                    <a:pt x="199" y="640"/>
                  </a:cubicBezTo>
                  <a:cubicBezTo>
                    <a:pt x="191" y="637"/>
                    <a:pt x="188" y="637"/>
                    <a:pt x="188" y="629"/>
                  </a:cubicBezTo>
                  <a:cubicBezTo>
                    <a:pt x="188" y="626"/>
                    <a:pt x="188" y="626"/>
                    <a:pt x="191" y="607"/>
                  </a:cubicBezTo>
                  <a:cubicBezTo>
                    <a:pt x="214" y="515"/>
                    <a:pt x="237" y="424"/>
                    <a:pt x="261" y="332"/>
                  </a:cubicBezTo>
                  <a:cubicBezTo>
                    <a:pt x="322" y="332"/>
                    <a:pt x="384" y="332"/>
                    <a:pt x="445" y="332"/>
                  </a:cubicBezTo>
                  <a:cubicBezTo>
                    <a:pt x="541" y="332"/>
                    <a:pt x="557" y="405"/>
                    <a:pt x="557" y="447"/>
                  </a:cubicBezTo>
                  <a:cubicBezTo>
                    <a:pt x="557" y="545"/>
                    <a:pt x="471" y="640"/>
                    <a:pt x="356" y="640"/>
                  </a:cubicBezTo>
                  <a:cubicBezTo>
                    <a:pt x="311" y="640"/>
                    <a:pt x="266" y="640"/>
                    <a:pt x="222" y="64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1" name="Freeform 250"/>
            <p:cNvSpPr/>
            <p:nvPr/>
          </p:nvSpPr>
          <p:spPr>
            <a:xfrm>
              <a:off x="1910160" y="13896360"/>
              <a:ext cx="63360" cy="276840"/>
            </a:xfrm>
            <a:custGeom>
              <a:avLst/>
              <a:gdLst>
                <a:gd name="textAreaLeft" fmla="*/ 0 w 63360"/>
                <a:gd name="textAreaRight" fmla="*/ 63720 w 63360"/>
                <a:gd name="textAreaTop" fmla="*/ 0 h 276840"/>
                <a:gd name="textAreaBottom" fmla="*/ 277200 h 276840"/>
              </a:gdLst>
              <a:ahLst/>
              <a:cxnLst/>
              <a:rect l="textAreaLeft" t="textAreaTop" r="textAreaRight" b="textAreaBottom"/>
              <a:pathLst>
                <a:path w="230" h="982">
                  <a:moveTo>
                    <a:pt x="230" y="971"/>
                  </a:moveTo>
                  <a:cubicBezTo>
                    <a:pt x="230" y="968"/>
                    <a:pt x="230" y="968"/>
                    <a:pt x="213" y="951"/>
                  </a:cubicBezTo>
                  <a:cubicBezTo>
                    <a:pt x="90" y="825"/>
                    <a:pt x="59" y="641"/>
                    <a:pt x="59" y="490"/>
                  </a:cubicBezTo>
                  <a:cubicBezTo>
                    <a:pt x="59" y="319"/>
                    <a:pt x="96" y="149"/>
                    <a:pt x="216" y="26"/>
                  </a:cubicBezTo>
                  <a:cubicBezTo>
                    <a:pt x="230" y="14"/>
                    <a:pt x="230" y="12"/>
                    <a:pt x="230" y="9"/>
                  </a:cubicBezTo>
                  <a:cubicBezTo>
                    <a:pt x="230" y="3"/>
                    <a:pt x="227" y="0"/>
                    <a:pt x="219" y="0"/>
                  </a:cubicBezTo>
                  <a:cubicBezTo>
                    <a:pt x="210" y="0"/>
                    <a:pt x="121" y="67"/>
                    <a:pt x="65" y="191"/>
                  </a:cubicBezTo>
                  <a:cubicBezTo>
                    <a:pt x="14" y="300"/>
                    <a:pt x="0" y="409"/>
                    <a:pt x="0" y="490"/>
                  </a:cubicBezTo>
                  <a:cubicBezTo>
                    <a:pt x="0" y="568"/>
                    <a:pt x="12" y="686"/>
                    <a:pt x="68" y="797"/>
                  </a:cubicBezTo>
                  <a:cubicBezTo>
                    <a:pt x="126" y="918"/>
                    <a:pt x="210" y="982"/>
                    <a:pt x="219" y="982"/>
                  </a:cubicBezTo>
                  <a:cubicBezTo>
                    <a:pt x="227" y="982"/>
                    <a:pt x="230" y="979"/>
                    <a:pt x="230" y="971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2" name="Freeform 251"/>
            <p:cNvSpPr/>
            <p:nvPr/>
          </p:nvSpPr>
          <p:spPr>
            <a:xfrm>
              <a:off x="2001240" y="13914720"/>
              <a:ext cx="102240" cy="18900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89000"/>
                <a:gd name="textAreaBottom" fmla="*/ 189360 h 189000"/>
              </a:gdLst>
              <a:ahLst/>
              <a:cxnLst/>
              <a:rect l="textAreaLeft" t="textAreaTop" r="textAreaRight" b="textAreaBottom"/>
              <a:pathLst>
                <a:path w="363" h="674">
                  <a:moveTo>
                    <a:pt x="251" y="47"/>
                  </a:moveTo>
                  <a:cubicBezTo>
                    <a:pt x="289" y="47"/>
                    <a:pt x="326" y="47"/>
                    <a:pt x="363" y="47"/>
                  </a:cubicBezTo>
                  <a:cubicBezTo>
                    <a:pt x="363" y="32"/>
                    <a:pt x="363" y="16"/>
                    <a:pt x="363" y="0"/>
                  </a:cubicBezTo>
                  <a:cubicBezTo>
                    <a:pt x="324" y="3"/>
                    <a:pt x="226" y="3"/>
                    <a:pt x="181" y="3"/>
                  </a:cubicBezTo>
                  <a:cubicBezTo>
                    <a:pt x="137" y="3"/>
                    <a:pt x="39" y="3"/>
                    <a:pt x="0" y="0"/>
                  </a:cubicBezTo>
                  <a:cubicBezTo>
                    <a:pt x="0" y="16"/>
                    <a:pt x="0" y="32"/>
                    <a:pt x="0" y="47"/>
                  </a:cubicBezTo>
                  <a:cubicBezTo>
                    <a:pt x="37" y="47"/>
                    <a:pt x="74" y="47"/>
                    <a:pt x="111" y="47"/>
                  </a:cubicBezTo>
                  <a:cubicBezTo>
                    <a:pt x="111" y="241"/>
                    <a:pt x="111" y="435"/>
                    <a:pt x="111" y="629"/>
                  </a:cubicBezTo>
                  <a:cubicBezTo>
                    <a:pt x="74" y="629"/>
                    <a:pt x="37" y="629"/>
                    <a:pt x="0" y="629"/>
                  </a:cubicBezTo>
                  <a:cubicBezTo>
                    <a:pt x="0" y="644"/>
                    <a:pt x="0" y="659"/>
                    <a:pt x="0" y="674"/>
                  </a:cubicBezTo>
                  <a:cubicBezTo>
                    <a:pt x="39" y="671"/>
                    <a:pt x="137" y="671"/>
                    <a:pt x="181" y="671"/>
                  </a:cubicBezTo>
                  <a:cubicBezTo>
                    <a:pt x="226" y="671"/>
                    <a:pt x="324" y="671"/>
                    <a:pt x="363" y="674"/>
                  </a:cubicBezTo>
                  <a:cubicBezTo>
                    <a:pt x="363" y="659"/>
                    <a:pt x="363" y="644"/>
                    <a:pt x="363" y="629"/>
                  </a:cubicBezTo>
                  <a:cubicBezTo>
                    <a:pt x="326" y="629"/>
                    <a:pt x="289" y="629"/>
                    <a:pt x="251" y="629"/>
                  </a:cubicBezTo>
                  <a:cubicBezTo>
                    <a:pt x="251" y="435"/>
                    <a:pt x="251" y="241"/>
                    <a:pt x="251" y="4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3" name="Freeform 252"/>
            <p:cNvSpPr/>
            <p:nvPr/>
          </p:nvSpPr>
          <p:spPr>
            <a:xfrm>
              <a:off x="2201400" y="14030280"/>
              <a:ext cx="169920" cy="8640"/>
            </a:xfrm>
            <a:custGeom>
              <a:avLst/>
              <a:gdLst>
                <a:gd name="textAreaLeft" fmla="*/ 0 w 169920"/>
                <a:gd name="textAreaRight" fmla="*/ 170280 w 16992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601" h="39">
                  <a:moveTo>
                    <a:pt x="565" y="39"/>
                  </a:moveTo>
                  <a:cubicBezTo>
                    <a:pt x="582" y="39"/>
                    <a:pt x="601" y="39"/>
                    <a:pt x="601" y="20"/>
                  </a:cubicBezTo>
                  <a:cubicBezTo>
                    <a:pt x="601" y="0"/>
                    <a:pt x="582" y="0"/>
                    <a:pt x="565" y="0"/>
                  </a:cubicBezTo>
                  <a:cubicBezTo>
                    <a:pt x="388" y="0"/>
                    <a:pt x="210" y="0"/>
                    <a:pt x="33" y="0"/>
                  </a:cubicBezTo>
                  <a:cubicBezTo>
                    <a:pt x="16" y="0"/>
                    <a:pt x="0" y="0"/>
                    <a:pt x="0" y="20"/>
                  </a:cubicBezTo>
                  <a:cubicBezTo>
                    <a:pt x="0" y="39"/>
                    <a:pt x="16" y="39"/>
                    <a:pt x="33" y="39"/>
                  </a:cubicBezTo>
                  <a:cubicBezTo>
                    <a:pt x="210" y="39"/>
                    <a:pt x="388" y="39"/>
                    <a:pt x="565" y="3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6000" rIns="90000" bIns="-36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4" name="Freeform 253"/>
            <p:cNvSpPr/>
            <p:nvPr/>
          </p:nvSpPr>
          <p:spPr>
            <a:xfrm>
              <a:off x="2493360" y="13896360"/>
              <a:ext cx="8640" cy="27684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276840"/>
                <a:gd name="textAreaBottom" fmla="*/ 277200 h 276840"/>
              </a:gdLst>
              <a:ahLst/>
              <a:cxnLst/>
              <a:rect l="textAreaLeft" t="textAreaTop" r="textAreaRight" b="textAreaBottom"/>
              <a:pathLst>
                <a:path w="40" h="982">
                  <a:moveTo>
                    <a:pt x="40" y="34"/>
                  </a:moveTo>
                  <a:cubicBezTo>
                    <a:pt x="40" y="17"/>
                    <a:pt x="40" y="0"/>
                    <a:pt x="20" y="0"/>
                  </a:cubicBezTo>
                  <a:cubicBezTo>
                    <a:pt x="0" y="0"/>
                    <a:pt x="0" y="17"/>
                    <a:pt x="0" y="34"/>
                  </a:cubicBezTo>
                  <a:cubicBezTo>
                    <a:pt x="0" y="338"/>
                    <a:pt x="0" y="642"/>
                    <a:pt x="0" y="946"/>
                  </a:cubicBezTo>
                  <a:cubicBezTo>
                    <a:pt x="0" y="962"/>
                    <a:pt x="0" y="982"/>
                    <a:pt x="20" y="982"/>
                  </a:cubicBezTo>
                  <a:cubicBezTo>
                    <a:pt x="40" y="982"/>
                    <a:pt x="40" y="962"/>
                    <a:pt x="40" y="946"/>
                  </a:cubicBezTo>
                  <a:cubicBezTo>
                    <a:pt x="40" y="642"/>
                    <a:pt x="40" y="338"/>
                    <a:pt x="40" y="34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5" name="Freeform 254"/>
            <p:cNvSpPr/>
            <p:nvPr/>
          </p:nvSpPr>
          <p:spPr>
            <a:xfrm>
              <a:off x="2542320" y="13982760"/>
              <a:ext cx="126720" cy="177480"/>
            </a:xfrm>
            <a:custGeom>
              <a:avLst/>
              <a:gdLst>
                <a:gd name="textAreaLeft" fmla="*/ 0 w 126720"/>
                <a:gd name="textAreaRight" fmla="*/ 127080 w 126720"/>
                <a:gd name="textAreaTop" fmla="*/ 0 h 177480"/>
                <a:gd name="textAreaBottom" fmla="*/ 177840 h 177480"/>
              </a:gdLst>
              <a:ahLst/>
              <a:cxnLst/>
              <a:rect l="textAreaLeft" t="textAreaTop" r="textAreaRight" b="textAreaBottom"/>
              <a:pathLst>
                <a:path w="451" h="635">
                  <a:moveTo>
                    <a:pt x="448" y="65"/>
                  </a:moveTo>
                  <a:cubicBezTo>
                    <a:pt x="451" y="59"/>
                    <a:pt x="451" y="54"/>
                    <a:pt x="451" y="45"/>
                  </a:cubicBezTo>
                  <a:cubicBezTo>
                    <a:pt x="451" y="28"/>
                    <a:pt x="440" y="20"/>
                    <a:pt x="423" y="20"/>
                  </a:cubicBezTo>
                  <a:cubicBezTo>
                    <a:pt x="415" y="20"/>
                    <a:pt x="387" y="26"/>
                    <a:pt x="384" y="62"/>
                  </a:cubicBezTo>
                  <a:cubicBezTo>
                    <a:pt x="364" y="26"/>
                    <a:pt x="331" y="0"/>
                    <a:pt x="291" y="0"/>
                  </a:cubicBezTo>
                  <a:cubicBezTo>
                    <a:pt x="179" y="0"/>
                    <a:pt x="56" y="137"/>
                    <a:pt x="56" y="280"/>
                  </a:cubicBezTo>
                  <a:cubicBezTo>
                    <a:pt x="56" y="375"/>
                    <a:pt x="118" y="434"/>
                    <a:pt x="188" y="434"/>
                  </a:cubicBezTo>
                  <a:cubicBezTo>
                    <a:pt x="247" y="434"/>
                    <a:pt x="291" y="389"/>
                    <a:pt x="303" y="378"/>
                  </a:cubicBezTo>
                  <a:lnTo>
                    <a:pt x="303" y="378"/>
                  </a:lnTo>
                  <a:cubicBezTo>
                    <a:pt x="283" y="465"/>
                    <a:pt x="282" y="464"/>
                    <a:pt x="272" y="507"/>
                  </a:cubicBezTo>
                  <a:cubicBezTo>
                    <a:pt x="266" y="518"/>
                    <a:pt x="233" y="613"/>
                    <a:pt x="129" y="613"/>
                  </a:cubicBezTo>
                  <a:cubicBezTo>
                    <a:pt x="109" y="613"/>
                    <a:pt x="79" y="613"/>
                    <a:pt x="51" y="605"/>
                  </a:cubicBezTo>
                  <a:cubicBezTo>
                    <a:pt x="79" y="596"/>
                    <a:pt x="90" y="568"/>
                    <a:pt x="90" y="554"/>
                  </a:cubicBezTo>
                  <a:cubicBezTo>
                    <a:pt x="90" y="537"/>
                    <a:pt x="79" y="518"/>
                    <a:pt x="53" y="518"/>
                  </a:cubicBezTo>
                  <a:cubicBezTo>
                    <a:pt x="31" y="518"/>
                    <a:pt x="0" y="537"/>
                    <a:pt x="0" y="577"/>
                  </a:cubicBezTo>
                  <a:cubicBezTo>
                    <a:pt x="0" y="616"/>
                    <a:pt x="37" y="635"/>
                    <a:pt x="132" y="635"/>
                  </a:cubicBezTo>
                  <a:cubicBezTo>
                    <a:pt x="255" y="635"/>
                    <a:pt x="325" y="560"/>
                    <a:pt x="339" y="501"/>
                  </a:cubicBezTo>
                  <a:cubicBezTo>
                    <a:pt x="375" y="356"/>
                    <a:pt x="412" y="210"/>
                    <a:pt x="448" y="65"/>
                  </a:cubicBezTo>
                  <a:moveTo>
                    <a:pt x="322" y="308"/>
                  </a:moveTo>
                  <a:cubicBezTo>
                    <a:pt x="314" y="333"/>
                    <a:pt x="291" y="358"/>
                    <a:pt x="272" y="378"/>
                  </a:cubicBezTo>
                  <a:cubicBezTo>
                    <a:pt x="249" y="395"/>
                    <a:pt x="219" y="412"/>
                    <a:pt x="191" y="412"/>
                  </a:cubicBezTo>
                  <a:cubicBezTo>
                    <a:pt x="143" y="412"/>
                    <a:pt x="126" y="361"/>
                    <a:pt x="126" y="322"/>
                  </a:cubicBezTo>
                  <a:cubicBezTo>
                    <a:pt x="126" y="274"/>
                    <a:pt x="154" y="160"/>
                    <a:pt x="182" y="109"/>
                  </a:cubicBezTo>
                  <a:cubicBezTo>
                    <a:pt x="207" y="62"/>
                    <a:pt x="252" y="23"/>
                    <a:pt x="291" y="23"/>
                  </a:cubicBezTo>
                  <a:cubicBezTo>
                    <a:pt x="359" y="23"/>
                    <a:pt x="370" y="101"/>
                    <a:pt x="370" y="107"/>
                  </a:cubicBezTo>
                  <a:cubicBezTo>
                    <a:pt x="370" y="112"/>
                    <a:pt x="370" y="118"/>
                    <a:pt x="367" y="121"/>
                  </a:cubicBezTo>
                  <a:cubicBezTo>
                    <a:pt x="352" y="183"/>
                    <a:pt x="337" y="246"/>
                    <a:pt x="322" y="30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6" name="Freeform 255"/>
            <p:cNvSpPr/>
            <p:nvPr/>
          </p:nvSpPr>
          <p:spPr>
            <a:xfrm>
              <a:off x="2697480" y="13896360"/>
              <a:ext cx="61920" cy="276840"/>
            </a:xfrm>
            <a:custGeom>
              <a:avLst/>
              <a:gdLst>
                <a:gd name="textAreaLeft" fmla="*/ 0 w 61920"/>
                <a:gd name="textAreaRight" fmla="*/ 62280 w 61920"/>
                <a:gd name="textAreaTop" fmla="*/ 0 h 276840"/>
                <a:gd name="textAreaBottom" fmla="*/ 277200 h 276840"/>
              </a:gdLst>
              <a:ahLst/>
              <a:cxnLst/>
              <a:rect l="textAreaLeft" t="textAreaTop" r="textAreaRight" b="textAreaBottom"/>
              <a:pathLst>
                <a:path w="221" h="982">
                  <a:moveTo>
                    <a:pt x="216" y="507"/>
                  </a:moveTo>
                  <a:cubicBezTo>
                    <a:pt x="221" y="495"/>
                    <a:pt x="221" y="493"/>
                    <a:pt x="221" y="490"/>
                  </a:cubicBezTo>
                  <a:cubicBezTo>
                    <a:pt x="221" y="487"/>
                    <a:pt x="221" y="487"/>
                    <a:pt x="216" y="473"/>
                  </a:cubicBezTo>
                  <a:cubicBezTo>
                    <a:pt x="158" y="323"/>
                    <a:pt x="100" y="173"/>
                    <a:pt x="42" y="23"/>
                  </a:cubicBezTo>
                  <a:cubicBezTo>
                    <a:pt x="37" y="6"/>
                    <a:pt x="31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23"/>
                    <a:pt x="0" y="26"/>
                    <a:pt x="6" y="34"/>
                  </a:cubicBezTo>
                  <a:cubicBezTo>
                    <a:pt x="64" y="186"/>
                    <a:pt x="122" y="338"/>
                    <a:pt x="179" y="490"/>
                  </a:cubicBezTo>
                  <a:cubicBezTo>
                    <a:pt x="122" y="641"/>
                    <a:pt x="64" y="792"/>
                    <a:pt x="6" y="943"/>
                  </a:cubicBezTo>
                  <a:cubicBezTo>
                    <a:pt x="0" y="954"/>
                    <a:pt x="0" y="957"/>
                    <a:pt x="0" y="962"/>
                  </a:cubicBezTo>
                  <a:cubicBezTo>
                    <a:pt x="0" y="974"/>
                    <a:pt x="9" y="982"/>
                    <a:pt x="20" y="982"/>
                  </a:cubicBezTo>
                  <a:cubicBezTo>
                    <a:pt x="34" y="982"/>
                    <a:pt x="37" y="971"/>
                    <a:pt x="42" y="962"/>
                  </a:cubicBezTo>
                  <a:cubicBezTo>
                    <a:pt x="100" y="811"/>
                    <a:pt x="158" y="659"/>
                    <a:pt x="216" y="50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7" name="Freeform 256"/>
            <p:cNvSpPr/>
            <p:nvPr/>
          </p:nvSpPr>
          <p:spPr>
            <a:xfrm>
              <a:off x="2870280" y="13896360"/>
              <a:ext cx="59760" cy="276840"/>
            </a:xfrm>
            <a:custGeom>
              <a:avLst/>
              <a:gdLst>
                <a:gd name="textAreaLeft" fmla="*/ 0 w 59760"/>
                <a:gd name="textAreaRight" fmla="*/ 60120 w 59760"/>
                <a:gd name="textAreaTop" fmla="*/ 0 h 276840"/>
                <a:gd name="textAreaBottom" fmla="*/ 277200 h 276840"/>
              </a:gdLst>
              <a:ahLst/>
              <a:cxnLst/>
              <a:rect l="textAreaLeft" t="textAreaTop" r="textAreaRight" b="textAreaBottom"/>
              <a:pathLst>
                <a:path w="218" h="982">
                  <a:moveTo>
                    <a:pt x="213" y="37"/>
                  </a:moveTo>
                  <a:cubicBezTo>
                    <a:pt x="218" y="26"/>
                    <a:pt x="218" y="26"/>
                    <a:pt x="218" y="20"/>
                  </a:cubicBezTo>
                  <a:cubicBezTo>
                    <a:pt x="218" y="9"/>
                    <a:pt x="210" y="0"/>
                    <a:pt x="199" y="0"/>
                  </a:cubicBezTo>
                  <a:cubicBezTo>
                    <a:pt x="190" y="0"/>
                    <a:pt x="185" y="6"/>
                    <a:pt x="176" y="23"/>
                  </a:cubicBezTo>
                  <a:cubicBezTo>
                    <a:pt x="120" y="173"/>
                    <a:pt x="63" y="323"/>
                    <a:pt x="6" y="473"/>
                  </a:cubicBezTo>
                  <a:cubicBezTo>
                    <a:pt x="3" y="479"/>
                    <a:pt x="0" y="484"/>
                    <a:pt x="0" y="490"/>
                  </a:cubicBezTo>
                  <a:cubicBezTo>
                    <a:pt x="0" y="493"/>
                    <a:pt x="0" y="495"/>
                    <a:pt x="6" y="507"/>
                  </a:cubicBezTo>
                  <a:cubicBezTo>
                    <a:pt x="63" y="657"/>
                    <a:pt x="120" y="807"/>
                    <a:pt x="176" y="957"/>
                  </a:cubicBezTo>
                  <a:cubicBezTo>
                    <a:pt x="179" y="968"/>
                    <a:pt x="185" y="982"/>
                    <a:pt x="199" y="982"/>
                  </a:cubicBezTo>
                  <a:cubicBezTo>
                    <a:pt x="210" y="982"/>
                    <a:pt x="218" y="974"/>
                    <a:pt x="218" y="962"/>
                  </a:cubicBezTo>
                  <a:cubicBezTo>
                    <a:pt x="218" y="960"/>
                    <a:pt x="218" y="957"/>
                    <a:pt x="213" y="946"/>
                  </a:cubicBezTo>
                  <a:cubicBezTo>
                    <a:pt x="155" y="794"/>
                    <a:pt x="97" y="642"/>
                    <a:pt x="39" y="490"/>
                  </a:cubicBezTo>
                  <a:cubicBezTo>
                    <a:pt x="97" y="339"/>
                    <a:pt x="155" y="188"/>
                    <a:pt x="213" y="3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8" name="Freeform 257"/>
            <p:cNvSpPr/>
            <p:nvPr/>
          </p:nvSpPr>
          <p:spPr>
            <a:xfrm>
              <a:off x="2952720" y="13982760"/>
              <a:ext cx="127440" cy="177480"/>
            </a:xfrm>
            <a:custGeom>
              <a:avLst/>
              <a:gdLst>
                <a:gd name="textAreaLeft" fmla="*/ 0 w 127440"/>
                <a:gd name="textAreaRight" fmla="*/ 127800 w 127440"/>
                <a:gd name="textAreaTop" fmla="*/ 0 h 177480"/>
                <a:gd name="textAreaBottom" fmla="*/ 177840 h 177480"/>
              </a:gdLst>
              <a:ahLst/>
              <a:cxnLst/>
              <a:rect l="textAreaLeft" t="textAreaTop" r="textAreaRight" b="textAreaBottom"/>
              <a:pathLst>
                <a:path w="451" h="635">
                  <a:moveTo>
                    <a:pt x="448" y="65"/>
                  </a:moveTo>
                  <a:cubicBezTo>
                    <a:pt x="451" y="59"/>
                    <a:pt x="451" y="54"/>
                    <a:pt x="451" y="45"/>
                  </a:cubicBezTo>
                  <a:cubicBezTo>
                    <a:pt x="451" y="28"/>
                    <a:pt x="440" y="20"/>
                    <a:pt x="423" y="20"/>
                  </a:cubicBezTo>
                  <a:cubicBezTo>
                    <a:pt x="415" y="20"/>
                    <a:pt x="387" y="26"/>
                    <a:pt x="384" y="62"/>
                  </a:cubicBezTo>
                  <a:cubicBezTo>
                    <a:pt x="364" y="26"/>
                    <a:pt x="331" y="0"/>
                    <a:pt x="292" y="0"/>
                  </a:cubicBezTo>
                  <a:cubicBezTo>
                    <a:pt x="180" y="0"/>
                    <a:pt x="56" y="137"/>
                    <a:pt x="56" y="280"/>
                  </a:cubicBezTo>
                  <a:cubicBezTo>
                    <a:pt x="56" y="375"/>
                    <a:pt x="118" y="434"/>
                    <a:pt x="188" y="434"/>
                  </a:cubicBezTo>
                  <a:cubicBezTo>
                    <a:pt x="247" y="434"/>
                    <a:pt x="292" y="389"/>
                    <a:pt x="303" y="378"/>
                  </a:cubicBezTo>
                  <a:lnTo>
                    <a:pt x="303" y="378"/>
                  </a:lnTo>
                  <a:cubicBezTo>
                    <a:pt x="283" y="465"/>
                    <a:pt x="282" y="464"/>
                    <a:pt x="272" y="507"/>
                  </a:cubicBezTo>
                  <a:cubicBezTo>
                    <a:pt x="266" y="518"/>
                    <a:pt x="233" y="613"/>
                    <a:pt x="129" y="613"/>
                  </a:cubicBezTo>
                  <a:cubicBezTo>
                    <a:pt x="110" y="613"/>
                    <a:pt x="79" y="613"/>
                    <a:pt x="51" y="605"/>
                  </a:cubicBezTo>
                  <a:cubicBezTo>
                    <a:pt x="82" y="596"/>
                    <a:pt x="90" y="568"/>
                    <a:pt x="90" y="554"/>
                  </a:cubicBezTo>
                  <a:cubicBezTo>
                    <a:pt x="90" y="537"/>
                    <a:pt x="82" y="518"/>
                    <a:pt x="54" y="518"/>
                  </a:cubicBezTo>
                  <a:cubicBezTo>
                    <a:pt x="31" y="518"/>
                    <a:pt x="0" y="537"/>
                    <a:pt x="0" y="577"/>
                  </a:cubicBezTo>
                  <a:cubicBezTo>
                    <a:pt x="0" y="616"/>
                    <a:pt x="37" y="635"/>
                    <a:pt x="132" y="635"/>
                  </a:cubicBezTo>
                  <a:cubicBezTo>
                    <a:pt x="255" y="635"/>
                    <a:pt x="325" y="560"/>
                    <a:pt x="339" y="501"/>
                  </a:cubicBezTo>
                  <a:cubicBezTo>
                    <a:pt x="376" y="356"/>
                    <a:pt x="412" y="210"/>
                    <a:pt x="448" y="65"/>
                  </a:cubicBezTo>
                  <a:moveTo>
                    <a:pt x="322" y="308"/>
                  </a:moveTo>
                  <a:cubicBezTo>
                    <a:pt x="317" y="333"/>
                    <a:pt x="292" y="358"/>
                    <a:pt x="272" y="378"/>
                  </a:cubicBezTo>
                  <a:cubicBezTo>
                    <a:pt x="250" y="395"/>
                    <a:pt x="219" y="412"/>
                    <a:pt x="191" y="412"/>
                  </a:cubicBezTo>
                  <a:cubicBezTo>
                    <a:pt x="143" y="412"/>
                    <a:pt x="126" y="361"/>
                    <a:pt x="126" y="322"/>
                  </a:cubicBezTo>
                  <a:cubicBezTo>
                    <a:pt x="126" y="274"/>
                    <a:pt x="157" y="160"/>
                    <a:pt x="182" y="109"/>
                  </a:cubicBezTo>
                  <a:cubicBezTo>
                    <a:pt x="210" y="62"/>
                    <a:pt x="252" y="23"/>
                    <a:pt x="292" y="23"/>
                  </a:cubicBezTo>
                  <a:cubicBezTo>
                    <a:pt x="359" y="23"/>
                    <a:pt x="373" y="101"/>
                    <a:pt x="373" y="107"/>
                  </a:cubicBezTo>
                  <a:cubicBezTo>
                    <a:pt x="373" y="112"/>
                    <a:pt x="370" y="118"/>
                    <a:pt x="370" y="121"/>
                  </a:cubicBezTo>
                  <a:cubicBezTo>
                    <a:pt x="354" y="183"/>
                    <a:pt x="338" y="246"/>
                    <a:pt x="322" y="308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9" name="Freeform 258"/>
            <p:cNvSpPr/>
            <p:nvPr/>
          </p:nvSpPr>
          <p:spPr>
            <a:xfrm>
              <a:off x="3126960" y="13896360"/>
              <a:ext cx="9360" cy="27684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276840"/>
                <a:gd name="textAreaBottom" fmla="*/ 277200 h 276840"/>
              </a:gdLst>
              <a:ahLst/>
              <a:cxnLst/>
              <a:rect l="textAreaLeft" t="textAreaTop" r="textAreaRight" b="textAreaBottom"/>
              <a:pathLst>
                <a:path w="39" h="982">
                  <a:moveTo>
                    <a:pt x="39" y="34"/>
                  </a:moveTo>
                  <a:cubicBezTo>
                    <a:pt x="39" y="17"/>
                    <a:pt x="39" y="0"/>
                    <a:pt x="19" y="0"/>
                  </a:cubicBezTo>
                  <a:cubicBezTo>
                    <a:pt x="0" y="0"/>
                    <a:pt x="0" y="17"/>
                    <a:pt x="0" y="34"/>
                  </a:cubicBezTo>
                  <a:cubicBezTo>
                    <a:pt x="0" y="338"/>
                    <a:pt x="0" y="642"/>
                    <a:pt x="0" y="946"/>
                  </a:cubicBezTo>
                  <a:cubicBezTo>
                    <a:pt x="0" y="962"/>
                    <a:pt x="0" y="982"/>
                    <a:pt x="19" y="982"/>
                  </a:cubicBezTo>
                  <a:cubicBezTo>
                    <a:pt x="39" y="982"/>
                    <a:pt x="39" y="962"/>
                    <a:pt x="39" y="946"/>
                  </a:cubicBezTo>
                  <a:cubicBezTo>
                    <a:pt x="39" y="642"/>
                    <a:pt x="39" y="338"/>
                    <a:pt x="39" y="34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0" name="Freeform 259"/>
            <p:cNvSpPr/>
            <p:nvPr/>
          </p:nvSpPr>
          <p:spPr>
            <a:xfrm>
              <a:off x="3257640" y="14030280"/>
              <a:ext cx="170640" cy="864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602" h="39">
                  <a:moveTo>
                    <a:pt x="566" y="39"/>
                  </a:moveTo>
                  <a:cubicBezTo>
                    <a:pt x="582" y="39"/>
                    <a:pt x="602" y="39"/>
                    <a:pt x="602" y="20"/>
                  </a:cubicBezTo>
                  <a:cubicBezTo>
                    <a:pt x="602" y="0"/>
                    <a:pt x="582" y="0"/>
                    <a:pt x="566" y="0"/>
                  </a:cubicBezTo>
                  <a:cubicBezTo>
                    <a:pt x="388" y="0"/>
                    <a:pt x="211" y="0"/>
                    <a:pt x="34" y="0"/>
                  </a:cubicBezTo>
                  <a:cubicBezTo>
                    <a:pt x="17" y="0"/>
                    <a:pt x="0" y="0"/>
                    <a:pt x="0" y="20"/>
                  </a:cubicBezTo>
                  <a:cubicBezTo>
                    <a:pt x="0" y="39"/>
                    <a:pt x="17" y="39"/>
                    <a:pt x="34" y="39"/>
                  </a:cubicBezTo>
                  <a:cubicBezTo>
                    <a:pt x="211" y="39"/>
                    <a:pt x="388" y="39"/>
                    <a:pt x="566" y="39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36000" rIns="90000" bIns="-36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1" name="Freeform 260"/>
            <p:cNvSpPr/>
            <p:nvPr/>
          </p:nvSpPr>
          <p:spPr>
            <a:xfrm>
              <a:off x="3549600" y="13896360"/>
              <a:ext cx="9360" cy="27684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276840"/>
                <a:gd name="textAreaBottom" fmla="*/ 277200 h 276840"/>
              </a:gdLst>
              <a:ahLst/>
              <a:cxnLst/>
              <a:rect l="textAreaLeft" t="textAreaTop" r="textAreaRight" b="textAreaBottom"/>
              <a:pathLst>
                <a:path w="39" h="982">
                  <a:moveTo>
                    <a:pt x="39" y="34"/>
                  </a:moveTo>
                  <a:cubicBezTo>
                    <a:pt x="39" y="17"/>
                    <a:pt x="39" y="0"/>
                    <a:pt x="20" y="0"/>
                  </a:cubicBezTo>
                  <a:cubicBezTo>
                    <a:pt x="0" y="0"/>
                    <a:pt x="0" y="17"/>
                    <a:pt x="0" y="34"/>
                  </a:cubicBezTo>
                  <a:cubicBezTo>
                    <a:pt x="0" y="338"/>
                    <a:pt x="0" y="642"/>
                    <a:pt x="0" y="946"/>
                  </a:cubicBezTo>
                  <a:cubicBezTo>
                    <a:pt x="0" y="962"/>
                    <a:pt x="0" y="982"/>
                    <a:pt x="20" y="982"/>
                  </a:cubicBezTo>
                  <a:cubicBezTo>
                    <a:pt x="39" y="982"/>
                    <a:pt x="39" y="962"/>
                    <a:pt x="39" y="946"/>
                  </a:cubicBezTo>
                  <a:cubicBezTo>
                    <a:pt x="39" y="642"/>
                    <a:pt x="39" y="338"/>
                    <a:pt x="39" y="34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2" name="Freeform 261"/>
            <p:cNvSpPr/>
            <p:nvPr/>
          </p:nvSpPr>
          <p:spPr>
            <a:xfrm>
              <a:off x="3609360" y="13911480"/>
              <a:ext cx="137520" cy="195480"/>
            </a:xfrm>
            <a:custGeom>
              <a:avLst/>
              <a:gdLst>
                <a:gd name="textAreaLeft" fmla="*/ 0 w 137520"/>
                <a:gd name="textAreaRight" fmla="*/ 137880 w 137520"/>
                <a:gd name="textAreaTop" fmla="*/ 0 h 195480"/>
                <a:gd name="textAreaBottom" fmla="*/ 195840 h 195480"/>
              </a:gdLst>
              <a:ahLst/>
              <a:cxnLst/>
              <a:rect l="textAreaLeft" t="textAreaTop" r="textAreaRight" b="textAreaBottom"/>
              <a:pathLst>
                <a:path w="484" h="694">
                  <a:moveTo>
                    <a:pt x="230" y="12"/>
                  </a:moveTo>
                  <a:cubicBezTo>
                    <a:pt x="225" y="8"/>
                    <a:pt x="230" y="0"/>
                    <a:pt x="216" y="0"/>
                  </a:cubicBezTo>
                  <a:cubicBezTo>
                    <a:pt x="193" y="0"/>
                    <a:pt x="120" y="9"/>
                    <a:pt x="95" y="12"/>
                  </a:cubicBezTo>
                  <a:cubicBezTo>
                    <a:pt x="87" y="12"/>
                    <a:pt x="78" y="14"/>
                    <a:pt x="78" y="31"/>
                  </a:cubicBezTo>
                  <a:cubicBezTo>
                    <a:pt x="78" y="42"/>
                    <a:pt x="87" y="42"/>
                    <a:pt x="101" y="42"/>
                  </a:cubicBezTo>
                  <a:cubicBezTo>
                    <a:pt x="148" y="42"/>
                    <a:pt x="151" y="51"/>
                    <a:pt x="151" y="59"/>
                  </a:cubicBezTo>
                  <a:cubicBezTo>
                    <a:pt x="149" y="66"/>
                    <a:pt x="147" y="72"/>
                    <a:pt x="146" y="79"/>
                  </a:cubicBezTo>
                  <a:cubicBezTo>
                    <a:pt x="98" y="267"/>
                    <a:pt x="50" y="455"/>
                    <a:pt x="3" y="644"/>
                  </a:cubicBezTo>
                  <a:cubicBezTo>
                    <a:pt x="0" y="658"/>
                    <a:pt x="0" y="661"/>
                    <a:pt x="0" y="666"/>
                  </a:cubicBezTo>
                  <a:cubicBezTo>
                    <a:pt x="0" y="689"/>
                    <a:pt x="20" y="694"/>
                    <a:pt x="28" y="694"/>
                  </a:cubicBezTo>
                  <a:cubicBezTo>
                    <a:pt x="45" y="694"/>
                    <a:pt x="62" y="683"/>
                    <a:pt x="64" y="669"/>
                  </a:cubicBezTo>
                  <a:cubicBezTo>
                    <a:pt x="71" y="644"/>
                    <a:pt x="78" y="619"/>
                    <a:pt x="84" y="593"/>
                  </a:cubicBezTo>
                  <a:cubicBezTo>
                    <a:pt x="92" y="565"/>
                    <a:pt x="99" y="536"/>
                    <a:pt x="106" y="507"/>
                  </a:cubicBezTo>
                  <a:cubicBezTo>
                    <a:pt x="112" y="484"/>
                    <a:pt x="118" y="462"/>
                    <a:pt x="123" y="440"/>
                  </a:cubicBezTo>
                  <a:cubicBezTo>
                    <a:pt x="123" y="434"/>
                    <a:pt x="132" y="400"/>
                    <a:pt x="134" y="395"/>
                  </a:cubicBezTo>
                  <a:cubicBezTo>
                    <a:pt x="137" y="386"/>
                    <a:pt x="165" y="331"/>
                    <a:pt x="199" y="305"/>
                  </a:cubicBezTo>
                  <a:cubicBezTo>
                    <a:pt x="221" y="289"/>
                    <a:pt x="252" y="272"/>
                    <a:pt x="294" y="272"/>
                  </a:cubicBezTo>
                  <a:cubicBezTo>
                    <a:pt x="336" y="272"/>
                    <a:pt x="347" y="305"/>
                    <a:pt x="347" y="339"/>
                  </a:cubicBezTo>
                  <a:cubicBezTo>
                    <a:pt x="347" y="392"/>
                    <a:pt x="311" y="498"/>
                    <a:pt x="286" y="560"/>
                  </a:cubicBezTo>
                  <a:cubicBezTo>
                    <a:pt x="280" y="582"/>
                    <a:pt x="274" y="593"/>
                    <a:pt x="274" y="613"/>
                  </a:cubicBezTo>
                  <a:cubicBezTo>
                    <a:pt x="274" y="661"/>
                    <a:pt x="308" y="694"/>
                    <a:pt x="356" y="694"/>
                  </a:cubicBezTo>
                  <a:cubicBezTo>
                    <a:pt x="448" y="694"/>
                    <a:pt x="484" y="551"/>
                    <a:pt x="484" y="543"/>
                  </a:cubicBezTo>
                  <a:cubicBezTo>
                    <a:pt x="484" y="532"/>
                    <a:pt x="473" y="532"/>
                    <a:pt x="470" y="532"/>
                  </a:cubicBezTo>
                  <a:cubicBezTo>
                    <a:pt x="462" y="532"/>
                    <a:pt x="462" y="535"/>
                    <a:pt x="456" y="551"/>
                  </a:cubicBezTo>
                  <a:cubicBezTo>
                    <a:pt x="442" y="602"/>
                    <a:pt x="412" y="672"/>
                    <a:pt x="356" y="672"/>
                  </a:cubicBezTo>
                  <a:cubicBezTo>
                    <a:pt x="339" y="672"/>
                    <a:pt x="333" y="663"/>
                    <a:pt x="333" y="641"/>
                  </a:cubicBezTo>
                  <a:cubicBezTo>
                    <a:pt x="333" y="616"/>
                    <a:pt x="342" y="591"/>
                    <a:pt x="350" y="571"/>
                  </a:cubicBezTo>
                  <a:cubicBezTo>
                    <a:pt x="367" y="529"/>
                    <a:pt x="412" y="412"/>
                    <a:pt x="412" y="353"/>
                  </a:cubicBezTo>
                  <a:cubicBezTo>
                    <a:pt x="412" y="291"/>
                    <a:pt x="372" y="249"/>
                    <a:pt x="297" y="249"/>
                  </a:cubicBezTo>
                  <a:cubicBezTo>
                    <a:pt x="235" y="249"/>
                    <a:pt x="188" y="280"/>
                    <a:pt x="151" y="325"/>
                  </a:cubicBezTo>
                  <a:cubicBezTo>
                    <a:pt x="177" y="221"/>
                    <a:pt x="203" y="116"/>
                    <a:pt x="230" y="12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3" name="Freeform 262"/>
            <p:cNvSpPr/>
            <p:nvPr/>
          </p:nvSpPr>
          <p:spPr>
            <a:xfrm>
              <a:off x="3772800" y="13896360"/>
              <a:ext cx="60480" cy="276840"/>
            </a:xfrm>
            <a:custGeom>
              <a:avLst/>
              <a:gdLst>
                <a:gd name="textAreaLeft" fmla="*/ 0 w 60480"/>
                <a:gd name="textAreaRight" fmla="*/ 60840 w 60480"/>
                <a:gd name="textAreaTop" fmla="*/ 0 h 276840"/>
                <a:gd name="textAreaBottom" fmla="*/ 277200 h 276840"/>
              </a:gdLst>
              <a:ahLst/>
              <a:cxnLst/>
              <a:rect l="textAreaLeft" t="textAreaTop" r="textAreaRight" b="textAreaBottom"/>
              <a:pathLst>
                <a:path w="219" h="982">
                  <a:moveTo>
                    <a:pt x="213" y="507"/>
                  </a:moveTo>
                  <a:cubicBezTo>
                    <a:pt x="219" y="495"/>
                    <a:pt x="219" y="493"/>
                    <a:pt x="219" y="490"/>
                  </a:cubicBezTo>
                  <a:cubicBezTo>
                    <a:pt x="219" y="487"/>
                    <a:pt x="219" y="487"/>
                    <a:pt x="213" y="473"/>
                  </a:cubicBezTo>
                  <a:cubicBezTo>
                    <a:pt x="156" y="323"/>
                    <a:pt x="99" y="173"/>
                    <a:pt x="42" y="23"/>
                  </a:cubicBezTo>
                  <a:cubicBezTo>
                    <a:pt x="37" y="6"/>
                    <a:pt x="30" y="0"/>
                    <a:pt x="20" y="0"/>
                  </a:cubicBezTo>
                  <a:cubicBezTo>
                    <a:pt x="10" y="0"/>
                    <a:pt x="0" y="9"/>
                    <a:pt x="0" y="20"/>
                  </a:cubicBezTo>
                  <a:cubicBezTo>
                    <a:pt x="0" y="23"/>
                    <a:pt x="0" y="26"/>
                    <a:pt x="3" y="34"/>
                  </a:cubicBezTo>
                  <a:cubicBezTo>
                    <a:pt x="62" y="186"/>
                    <a:pt x="121" y="338"/>
                    <a:pt x="179" y="490"/>
                  </a:cubicBezTo>
                  <a:cubicBezTo>
                    <a:pt x="121" y="641"/>
                    <a:pt x="62" y="792"/>
                    <a:pt x="3" y="943"/>
                  </a:cubicBezTo>
                  <a:cubicBezTo>
                    <a:pt x="0" y="954"/>
                    <a:pt x="0" y="957"/>
                    <a:pt x="0" y="962"/>
                  </a:cubicBezTo>
                  <a:cubicBezTo>
                    <a:pt x="0" y="974"/>
                    <a:pt x="9" y="982"/>
                    <a:pt x="20" y="982"/>
                  </a:cubicBezTo>
                  <a:cubicBezTo>
                    <a:pt x="31" y="982"/>
                    <a:pt x="37" y="971"/>
                    <a:pt x="40" y="962"/>
                  </a:cubicBezTo>
                  <a:cubicBezTo>
                    <a:pt x="97" y="811"/>
                    <a:pt x="155" y="659"/>
                    <a:pt x="213" y="50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4" name="Freeform 263"/>
            <p:cNvSpPr/>
            <p:nvPr/>
          </p:nvSpPr>
          <p:spPr>
            <a:xfrm>
              <a:off x="3944520" y="13896360"/>
              <a:ext cx="60120" cy="276840"/>
            </a:xfrm>
            <a:custGeom>
              <a:avLst/>
              <a:gdLst>
                <a:gd name="textAreaLeft" fmla="*/ 0 w 60120"/>
                <a:gd name="textAreaRight" fmla="*/ 60480 w 60120"/>
                <a:gd name="textAreaTop" fmla="*/ 0 h 276840"/>
                <a:gd name="textAreaBottom" fmla="*/ 277200 h 276840"/>
              </a:gdLst>
              <a:ahLst/>
              <a:cxnLst/>
              <a:rect l="textAreaLeft" t="textAreaTop" r="textAreaRight" b="textAreaBottom"/>
              <a:pathLst>
                <a:path w="219" h="982">
                  <a:moveTo>
                    <a:pt x="216" y="37"/>
                  </a:moveTo>
                  <a:cubicBezTo>
                    <a:pt x="219" y="26"/>
                    <a:pt x="219" y="26"/>
                    <a:pt x="219" y="20"/>
                  </a:cubicBezTo>
                  <a:cubicBezTo>
                    <a:pt x="219" y="9"/>
                    <a:pt x="210" y="0"/>
                    <a:pt x="199" y="0"/>
                  </a:cubicBezTo>
                  <a:cubicBezTo>
                    <a:pt x="191" y="0"/>
                    <a:pt x="185" y="6"/>
                    <a:pt x="177" y="23"/>
                  </a:cubicBezTo>
                  <a:cubicBezTo>
                    <a:pt x="120" y="173"/>
                    <a:pt x="63" y="323"/>
                    <a:pt x="6" y="473"/>
                  </a:cubicBezTo>
                  <a:cubicBezTo>
                    <a:pt x="3" y="479"/>
                    <a:pt x="0" y="484"/>
                    <a:pt x="0" y="490"/>
                  </a:cubicBezTo>
                  <a:cubicBezTo>
                    <a:pt x="0" y="493"/>
                    <a:pt x="0" y="495"/>
                    <a:pt x="6" y="507"/>
                  </a:cubicBezTo>
                  <a:cubicBezTo>
                    <a:pt x="63" y="657"/>
                    <a:pt x="120" y="807"/>
                    <a:pt x="177" y="957"/>
                  </a:cubicBezTo>
                  <a:cubicBezTo>
                    <a:pt x="182" y="968"/>
                    <a:pt x="188" y="982"/>
                    <a:pt x="199" y="982"/>
                  </a:cubicBezTo>
                  <a:cubicBezTo>
                    <a:pt x="210" y="982"/>
                    <a:pt x="219" y="974"/>
                    <a:pt x="219" y="962"/>
                  </a:cubicBezTo>
                  <a:cubicBezTo>
                    <a:pt x="219" y="960"/>
                    <a:pt x="219" y="957"/>
                    <a:pt x="216" y="946"/>
                  </a:cubicBezTo>
                  <a:cubicBezTo>
                    <a:pt x="158" y="794"/>
                    <a:pt x="100" y="642"/>
                    <a:pt x="42" y="490"/>
                  </a:cubicBezTo>
                  <a:cubicBezTo>
                    <a:pt x="100" y="339"/>
                    <a:pt x="158" y="188"/>
                    <a:pt x="216" y="37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5" name="Freeform 264"/>
            <p:cNvSpPr/>
            <p:nvPr/>
          </p:nvSpPr>
          <p:spPr>
            <a:xfrm>
              <a:off x="4038480" y="13911480"/>
              <a:ext cx="136440" cy="19548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195480"/>
                <a:gd name="textAreaBottom" fmla="*/ 195840 h 195480"/>
              </a:gdLst>
              <a:ahLst/>
              <a:cxnLst/>
              <a:rect l="textAreaLeft" t="textAreaTop" r="textAreaRight" b="textAreaBottom"/>
              <a:pathLst>
                <a:path w="484" h="694">
                  <a:moveTo>
                    <a:pt x="229" y="12"/>
                  </a:moveTo>
                  <a:cubicBezTo>
                    <a:pt x="225" y="8"/>
                    <a:pt x="229" y="0"/>
                    <a:pt x="215" y="0"/>
                  </a:cubicBezTo>
                  <a:cubicBezTo>
                    <a:pt x="193" y="0"/>
                    <a:pt x="123" y="9"/>
                    <a:pt x="98" y="12"/>
                  </a:cubicBezTo>
                  <a:cubicBezTo>
                    <a:pt x="89" y="12"/>
                    <a:pt x="78" y="14"/>
                    <a:pt x="78" y="31"/>
                  </a:cubicBezTo>
                  <a:cubicBezTo>
                    <a:pt x="78" y="42"/>
                    <a:pt x="87" y="42"/>
                    <a:pt x="101" y="42"/>
                  </a:cubicBezTo>
                  <a:cubicBezTo>
                    <a:pt x="148" y="42"/>
                    <a:pt x="151" y="51"/>
                    <a:pt x="151" y="59"/>
                  </a:cubicBezTo>
                  <a:cubicBezTo>
                    <a:pt x="150" y="66"/>
                    <a:pt x="149" y="72"/>
                    <a:pt x="148" y="79"/>
                  </a:cubicBezTo>
                  <a:cubicBezTo>
                    <a:pt x="101" y="267"/>
                    <a:pt x="53" y="455"/>
                    <a:pt x="5" y="644"/>
                  </a:cubicBezTo>
                  <a:cubicBezTo>
                    <a:pt x="0" y="658"/>
                    <a:pt x="0" y="661"/>
                    <a:pt x="0" y="666"/>
                  </a:cubicBezTo>
                  <a:cubicBezTo>
                    <a:pt x="0" y="689"/>
                    <a:pt x="19" y="694"/>
                    <a:pt x="31" y="694"/>
                  </a:cubicBezTo>
                  <a:cubicBezTo>
                    <a:pt x="45" y="694"/>
                    <a:pt x="61" y="683"/>
                    <a:pt x="67" y="669"/>
                  </a:cubicBezTo>
                  <a:cubicBezTo>
                    <a:pt x="73" y="644"/>
                    <a:pt x="78" y="619"/>
                    <a:pt x="84" y="593"/>
                  </a:cubicBezTo>
                  <a:cubicBezTo>
                    <a:pt x="91" y="565"/>
                    <a:pt x="99" y="536"/>
                    <a:pt x="106" y="507"/>
                  </a:cubicBezTo>
                  <a:cubicBezTo>
                    <a:pt x="112" y="484"/>
                    <a:pt x="117" y="462"/>
                    <a:pt x="123" y="440"/>
                  </a:cubicBezTo>
                  <a:cubicBezTo>
                    <a:pt x="126" y="434"/>
                    <a:pt x="134" y="400"/>
                    <a:pt x="134" y="395"/>
                  </a:cubicBezTo>
                  <a:cubicBezTo>
                    <a:pt x="137" y="386"/>
                    <a:pt x="168" y="331"/>
                    <a:pt x="201" y="305"/>
                  </a:cubicBezTo>
                  <a:cubicBezTo>
                    <a:pt x="224" y="289"/>
                    <a:pt x="253" y="272"/>
                    <a:pt x="297" y="272"/>
                  </a:cubicBezTo>
                  <a:cubicBezTo>
                    <a:pt x="340" y="272"/>
                    <a:pt x="350" y="305"/>
                    <a:pt x="350" y="339"/>
                  </a:cubicBezTo>
                  <a:cubicBezTo>
                    <a:pt x="350" y="392"/>
                    <a:pt x="311" y="498"/>
                    <a:pt x="288" y="560"/>
                  </a:cubicBezTo>
                  <a:cubicBezTo>
                    <a:pt x="280" y="582"/>
                    <a:pt x="274" y="593"/>
                    <a:pt x="274" y="613"/>
                  </a:cubicBezTo>
                  <a:cubicBezTo>
                    <a:pt x="274" y="661"/>
                    <a:pt x="308" y="694"/>
                    <a:pt x="355" y="694"/>
                  </a:cubicBezTo>
                  <a:cubicBezTo>
                    <a:pt x="448" y="694"/>
                    <a:pt x="484" y="551"/>
                    <a:pt x="484" y="543"/>
                  </a:cubicBezTo>
                  <a:cubicBezTo>
                    <a:pt x="484" y="532"/>
                    <a:pt x="476" y="532"/>
                    <a:pt x="473" y="532"/>
                  </a:cubicBezTo>
                  <a:cubicBezTo>
                    <a:pt x="462" y="532"/>
                    <a:pt x="462" y="535"/>
                    <a:pt x="459" y="551"/>
                  </a:cubicBezTo>
                  <a:cubicBezTo>
                    <a:pt x="442" y="602"/>
                    <a:pt x="411" y="672"/>
                    <a:pt x="358" y="672"/>
                  </a:cubicBezTo>
                  <a:cubicBezTo>
                    <a:pt x="341" y="672"/>
                    <a:pt x="333" y="663"/>
                    <a:pt x="333" y="641"/>
                  </a:cubicBezTo>
                  <a:cubicBezTo>
                    <a:pt x="333" y="616"/>
                    <a:pt x="341" y="591"/>
                    <a:pt x="353" y="571"/>
                  </a:cubicBezTo>
                  <a:cubicBezTo>
                    <a:pt x="367" y="529"/>
                    <a:pt x="411" y="412"/>
                    <a:pt x="411" y="353"/>
                  </a:cubicBezTo>
                  <a:cubicBezTo>
                    <a:pt x="411" y="291"/>
                    <a:pt x="372" y="249"/>
                    <a:pt x="299" y="249"/>
                  </a:cubicBezTo>
                  <a:cubicBezTo>
                    <a:pt x="235" y="249"/>
                    <a:pt x="190" y="280"/>
                    <a:pt x="154" y="325"/>
                  </a:cubicBezTo>
                  <a:cubicBezTo>
                    <a:pt x="179" y="221"/>
                    <a:pt x="204" y="116"/>
                    <a:pt x="229" y="12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6" name="Freeform 265"/>
            <p:cNvSpPr/>
            <p:nvPr/>
          </p:nvSpPr>
          <p:spPr>
            <a:xfrm>
              <a:off x="4218840" y="13896360"/>
              <a:ext cx="9000" cy="27684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76840"/>
                <a:gd name="textAreaBottom" fmla="*/ 277200 h 276840"/>
              </a:gdLst>
              <a:ahLst/>
              <a:cxnLst/>
              <a:rect l="textAreaLeft" t="textAreaTop" r="textAreaRight" b="textAreaBottom"/>
              <a:pathLst>
                <a:path w="39" h="982">
                  <a:moveTo>
                    <a:pt x="39" y="34"/>
                  </a:moveTo>
                  <a:cubicBezTo>
                    <a:pt x="39" y="17"/>
                    <a:pt x="39" y="0"/>
                    <a:pt x="19" y="0"/>
                  </a:cubicBezTo>
                  <a:cubicBezTo>
                    <a:pt x="0" y="0"/>
                    <a:pt x="0" y="17"/>
                    <a:pt x="0" y="34"/>
                  </a:cubicBezTo>
                  <a:cubicBezTo>
                    <a:pt x="0" y="338"/>
                    <a:pt x="0" y="642"/>
                    <a:pt x="0" y="946"/>
                  </a:cubicBezTo>
                  <a:cubicBezTo>
                    <a:pt x="0" y="962"/>
                    <a:pt x="0" y="982"/>
                    <a:pt x="19" y="982"/>
                  </a:cubicBezTo>
                  <a:cubicBezTo>
                    <a:pt x="39" y="982"/>
                    <a:pt x="39" y="962"/>
                    <a:pt x="39" y="946"/>
                  </a:cubicBezTo>
                  <a:cubicBezTo>
                    <a:pt x="39" y="642"/>
                    <a:pt x="39" y="338"/>
                    <a:pt x="39" y="34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7" name="Freeform 266"/>
            <p:cNvSpPr/>
            <p:nvPr/>
          </p:nvSpPr>
          <p:spPr>
            <a:xfrm>
              <a:off x="4280040" y="13896360"/>
              <a:ext cx="63360" cy="276840"/>
            </a:xfrm>
            <a:custGeom>
              <a:avLst/>
              <a:gdLst>
                <a:gd name="textAreaLeft" fmla="*/ 0 w 63360"/>
                <a:gd name="textAreaRight" fmla="*/ 63720 w 63360"/>
                <a:gd name="textAreaTop" fmla="*/ 0 h 276840"/>
                <a:gd name="textAreaBottom" fmla="*/ 277200 h 276840"/>
              </a:gdLst>
              <a:ahLst/>
              <a:cxnLst/>
              <a:rect l="textAreaLeft" t="textAreaTop" r="textAreaRight" b="textAreaBottom"/>
              <a:pathLst>
                <a:path w="230" h="982">
                  <a:moveTo>
                    <a:pt x="230" y="490"/>
                  </a:moveTo>
                  <a:cubicBezTo>
                    <a:pt x="230" y="414"/>
                    <a:pt x="219" y="294"/>
                    <a:pt x="166" y="185"/>
                  </a:cubicBezTo>
                  <a:cubicBezTo>
                    <a:pt x="104" y="65"/>
                    <a:pt x="20" y="0"/>
                    <a:pt x="12" y="0"/>
                  </a:cubicBezTo>
                  <a:cubicBezTo>
                    <a:pt x="6" y="0"/>
                    <a:pt x="0" y="3"/>
                    <a:pt x="0" y="9"/>
                  </a:cubicBezTo>
                  <a:cubicBezTo>
                    <a:pt x="0" y="12"/>
                    <a:pt x="0" y="14"/>
                    <a:pt x="20" y="31"/>
                  </a:cubicBezTo>
                  <a:cubicBezTo>
                    <a:pt x="115" y="129"/>
                    <a:pt x="171" y="286"/>
                    <a:pt x="171" y="490"/>
                  </a:cubicBezTo>
                  <a:cubicBezTo>
                    <a:pt x="171" y="658"/>
                    <a:pt x="135" y="831"/>
                    <a:pt x="14" y="954"/>
                  </a:cubicBezTo>
                  <a:cubicBezTo>
                    <a:pt x="0" y="968"/>
                    <a:pt x="0" y="968"/>
                    <a:pt x="0" y="971"/>
                  </a:cubicBezTo>
                  <a:cubicBezTo>
                    <a:pt x="0" y="976"/>
                    <a:pt x="6" y="982"/>
                    <a:pt x="12" y="982"/>
                  </a:cubicBezTo>
                  <a:cubicBezTo>
                    <a:pt x="20" y="982"/>
                    <a:pt x="110" y="915"/>
                    <a:pt x="168" y="789"/>
                  </a:cubicBezTo>
                  <a:cubicBezTo>
                    <a:pt x="219" y="683"/>
                    <a:pt x="230" y="574"/>
                    <a:pt x="230" y="49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268" name="Picture 267"/>
          <p:cNvPicPr/>
          <p:nvPr/>
        </p:nvPicPr>
        <p:blipFill>
          <a:blip r:embed="rId8"/>
          <a:stretch/>
        </p:blipFill>
        <p:spPr>
          <a:xfrm>
            <a:off x="8240959" y="4315287"/>
            <a:ext cx="7258760" cy="6659313"/>
          </a:xfrm>
          <a:prstGeom prst="rect">
            <a:avLst/>
          </a:prstGeom>
          <a:ln w="0">
            <a:noFill/>
          </a:ln>
        </p:spPr>
      </p:pic>
      <p:sp>
        <p:nvSpPr>
          <p:cNvPr id="269" name="Rectangle 268"/>
          <p:cNvSpPr/>
          <p:nvPr/>
        </p:nvSpPr>
        <p:spPr>
          <a:xfrm>
            <a:off x="8001000" y="8916480"/>
            <a:ext cx="7771320" cy="342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sz="16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70" name="Picture 269"/>
          <p:cNvPicPr/>
          <p:nvPr/>
        </p:nvPicPr>
        <p:blipFill>
          <a:blip r:embed="rId9"/>
          <a:stretch/>
        </p:blipFill>
        <p:spPr>
          <a:xfrm>
            <a:off x="452520" y="4733050"/>
            <a:ext cx="7045920" cy="2496240"/>
          </a:xfrm>
          <a:prstGeom prst="rect">
            <a:avLst/>
          </a:prstGeom>
          <a:ln w="0">
            <a:noFill/>
          </a:ln>
        </p:spPr>
      </p:pic>
      <p:pic>
        <p:nvPicPr>
          <p:cNvPr id="271" name="Picture 270"/>
          <p:cNvPicPr/>
          <p:nvPr/>
        </p:nvPicPr>
        <p:blipFill>
          <a:blip r:embed="rId10"/>
          <a:stretch/>
        </p:blipFill>
        <p:spPr>
          <a:xfrm>
            <a:off x="9349690" y="11340554"/>
            <a:ext cx="4572000" cy="3554640"/>
          </a:xfrm>
          <a:prstGeom prst="rect">
            <a:avLst/>
          </a:prstGeom>
          <a:ln w="0">
            <a:noFill/>
          </a:ln>
        </p:spPr>
      </p:pic>
      <p:sp>
        <p:nvSpPr>
          <p:cNvPr id="272" name="TextBox 271"/>
          <p:cNvSpPr txBox="1"/>
          <p:nvPr/>
        </p:nvSpPr>
        <p:spPr>
          <a:xfrm>
            <a:off x="8239233" y="1633207"/>
            <a:ext cx="7258760" cy="13232255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lIns="90000" tIns="45000" rIns="90000" bIns="45000" anchor="t">
            <a:noAutofit/>
          </a:bodyPr>
          <a:lstStyle/>
          <a:p>
            <a:pPr marL="12600" algn="just">
              <a:spcBef>
                <a:spcPts val="96"/>
              </a:spcBef>
            </a:pPr>
            <a:r>
              <a:rPr lang="en-US" sz="1600" spc="-1" dirty="0">
                <a:solidFill>
                  <a:srgbClr val="005035"/>
                </a:solidFill>
                <a:latin typeface="Times New Roman"/>
              </a:rPr>
              <a:t> 			</a:t>
            </a:r>
            <a:r>
              <a:rPr lang="en-US" sz="2400" u="sng" spc="-1" dirty="0">
                <a:solidFill>
                  <a:srgbClr val="005035"/>
                </a:solidFill>
                <a:latin typeface="Times New Roman"/>
              </a:rPr>
              <a:t>Results</a:t>
            </a:r>
            <a:endParaRPr lang="en-US" sz="1600" b="1" spc="-1" dirty="0">
              <a:solidFill>
                <a:srgbClr val="000000"/>
              </a:solidFill>
              <a:latin typeface="Calibri"/>
            </a:endParaRPr>
          </a:p>
          <a:p>
            <a:pPr marL="342900" indent="-342900" algn="just">
              <a:buAutoNum type="arabicPeriod"/>
            </a:pPr>
            <a:r>
              <a:rPr lang="en-US" sz="1600" b="1" strike="noStrike" spc="-1" dirty="0">
                <a:solidFill>
                  <a:srgbClr val="000000"/>
                </a:solidFill>
                <a:latin typeface="Calibri"/>
              </a:rPr>
              <a:t>Polariton induce conical intersection: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Calibri"/>
              </a:rPr>
              <a:t>Locating the precise crossing requires navigating the local branching space using two orthogonal forces: </a:t>
            </a:r>
          </a:p>
          <a:p>
            <a:pPr marL="342900" indent="-342900" algn="just">
              <a:buFont typeface="+mj-lt"/>
              <a:buAutoNum type="alphaLcParenR"/>
            </a:pPr>
            <a:r>
              <a:rPr lang="en-US" sz="1600" spc="-1" dirty="0">
                <a:solidFill>
                  <a:srgbClr val="000000"/>
                </a:solidFill>
                <a:latin typeface="Calibri"/>
              </a:rPr>
              <a:t>Tuning Vector (g, Red): Adjusts bond length (R) to close the energy gap.</a:t>
            </a:r>
          </a:p>
          <a:p>
            <a:pPr marL="342900" indent="-342900" algn="just">
              <a:buFont typeface="+mj-lt"/>
              <a:buAutoNum type="alphaLcParenR"/>
            </a:pPr>
            <a:r>
              <a:rPr lang="en-US" sz="1600" spc="-1" dirty="0">
                <a:solidFill>
                  <a:srgbClr val="000000"/>
                </a:solidFill>
                <a:latin typeface="Calibri"/>
              </a:rPr>
              <a:t>Coupling Vector (h, Blue): Rotates orientation (</a:t>
            </a:r>
            <a:r>
              <a:rPr lang="en-US" sz="1600" spc="-1" dirty="0" err="1">
                <a:solidFill>
                  <a:srgbClr val="000000"/>
                </a:solidFill>
                <a:latin typeface="Calibri"/>
              </a:rPr>
              <a:t>θ</a:t>
            </a:r>
            <a:r>
              <a:rPr lang="en-US" sz="1600" spc="-1" dirty="0">
                <a:solidFill>
                  <a:srgbClr val="000000"/>
                </a:solidFill>
                <a:latin typeface="Calibri"/>
              </a:rPr>
              <a:t>) to eliminate electronic mixing.</a:t>
            </a:r>
          </a:p>
          <a:p>
            <a:pPr marL="342900" indent="-342900" algn="just">
              <a:buFont typeface="+mj-lt"/>
              <a:buAutoNum type="alphaLcParenR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Calibri"/>
              </a:rPr>
              <a:t>At the crossing, g and h are perfectly orthogonal, proving the PICI topology (converged energy gap: 0.0008 eV).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algn="just"/>
            <a:r>
              <a:rPr lang="en-US" sz="1600" spc="-1" dirty="0">
                <a:solidFill>
                  <a:srgbClr val="000000"/>
                </a:solidFill>
                <a:latin typeface="Calibri"/>
              </a:rPr>
              <a:t>2</a:t>
            </a:r>
            <a:r>
              <a:rPr lang="en-US" sz="1600" b="1" spc="-1" dirty="0">
                <a:solidFill>
                  <a:srgbClr val="000000"/>
                </a:solidFill>
                <a:latin typeface="Calibri"/>
              </a:rPr>
              <a:t>. Computational efficiency of analytical gradient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Calibri"/>
            </a:endParaRPr>
          </a:p>
          <a:p>
            <a:pPr marL="342900" indent="-342900" algn="just">
              <a:buAutoNum type="arabicPeriod"/>
            </a:pPr>
            <a:endParaRPr lang="en-US" sz="16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386</TotalTime>
  <Words>462</Words>
  <Application>Microsoft Macintosh PowerPoint</Application>
  <PresentationFormat>Custom</PresentationFormat>
  <Paragraphs>94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1</vt:i4>
      </vt:variant>
    </vt:vector>
  </HeadingPairs>
  <TitlesOfParts>
    <vt:vector size="19" baseType="lpstr">
      <vt:lpstr>Arial</vt:lpstr>
      <vt:lpstr>Calibri</vt:lpstr>
      <vt:lpstr>Palatino Linotype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Free Poster Presentation Example</dc:subject>
  <dc:creator>Canzater, Taniqua</dc:creator>
  <cp:keywords>scientific research template custom poster presentation symposium printing PowerPoint create design example sample download</cp:keywords>
  <dc:description/>
  <cp:lastModifiedBy>Ruby Manderna</cp:lastModifiedBy>
  <cp:revision>29</cp:revision>
  <dcterms:created xsi:type="dcterms:W3CDTF">2025-04-03T14:35:32Z</dcterms:created>
  <dcterms:modified xsi:type="dcterms:W3CDTF">2026-04-30T07:41:09Z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2022-03-20T00:00:00Z</vt:filetime>
  </property>
  <property fmtid="{D5CDD505-2E9C-101B-9397-08002B2CF9AE}" pid="3" name="Creator">
    <vt:lpwstr>MicrosoftÂ® PowerPointÂ® 2016</vt:lpwstr>
  </property>
  <property fmtid="{D5CDD505-2E9C-101B-9397-08002B2CF9AE}" pid="4" name="LastSaved">
    <vt:filetime>2025-04-03T00:00:00Z</vt:filetime>
  </property>
  <property fmtid="{D5CDD505-2E9C-101B-9397-08002B2CF9AE}" pid="5" name="Notes">
    <vt:i4>1</vt:i4>
  </property>
  <property fmtid="{D5CDD505-2E9C-101B-9397-08002B2CF9AE}" pid="6" name="PresentationFormat">
    <vt:lpwstr>Custom</vt:lpwstr>
  </property>
  <property fmtid="{D5CDD505-2E9C-101B-9397-08002B2CF9AE}" pid="7" name="Producer">
    <vt:lpwstr>MicrosoftÂ® PowerPointÂ® 2016</vt:lpwstr>
  </property>
  <property fmtid="{D5CDD505-2E9C-101B-9397-08002B2CF9AE}" pid="8" name="Slides">
    <vt:i4>1</vt:i4>
  </property>
</Properties>
</file>